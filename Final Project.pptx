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4" r:id="rId8"/>
    <p:sldId id="263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91"/>
    <p:restoredTop sz="96197"/>
  </p:normalViewPr>
  <p:slideViewPr>
    <p:cSldViewPr snapToGrid="0" snapToObjects="1">
      <p:cViewPr varScale="1">
        <p:scale>
          <a:sx n="89" d="100"/>
          <a:sy n="89" d="100"/>
        </p:scale>
        <p:origin x="17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1.nyc.gov/site/nypd/stats/crime-statistics/park-crime-stats.pag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1.nyc.gov/site/nypd/stats/crime-statistics/park-crime-stats.pag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FFFFB-9F51-1E40-8B2D-D21B35754C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9414" y="954338"/>
            <a:ext cx="10115198" cy="2917018"/>
          </a:xfrm>
        </p:spPr>
        <p:txBody>
          <a:bodyPr>
            <a:normAutofit/>
          </a:bodyPr>
          <a:lstStyle/>
          <a:p>
            <a:r>
              <a:rPr lang="en-US" sz="2800" b="1" dirty="0"/>
              <a:t>Is there a difference in crime activity between two different quarter seasons for the year 2020? </a:t>
            </a:r>
            <a:br>
              <a:rPr lang="en-US" sz="2800" dirty="0"/>
            </a:br>
            <a:br>
              <a:rPr lang="en-US" sz="2800" dirty="0"/>
            </a:br>
            <a:r>
              <a:rPr lang="en-US" sz="2800" b="1" dirty="0"/>
              <a:t>Also, which parks had the highest number of crimes for each quarter?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31558-1837-284E-8AE5-2EAF11099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59967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67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6410-EDE4-3149-B38B-C7078937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307F0-0E7A-8445-8082-C748F8EBB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 waw curious to see the differences in crime throughout different times in the years.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Parks are a place where many go with children and family to relax, so I was interested in seeing which parks should I be more cautious of. I believe it is important that we understand that even a public place such as a park is still not immune to crime activity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Summer is known for higher crime rates and I wanted to see if this data reflected that</a:t>
            </a:r>
          </a:p>
        </p:txBody>
      </p:sp>
    </p:spTree>
    <p:extLst>
      <p:ext uri="{BB962C8B-B14F-4D97-AF65-F5344CB8AC3E}">
        <p14:creationId xmlns:p14="http://schemas.microsoft.com/office/powerpoint/2010/main" val="241427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205B0-66BA-134B-84F5-BA0A6F4D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9FB4-EAC8-0C4F-A2C4-F6ACBD925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314701"/>
          </a:xfrm>
        </p:spPr>
        <p:txBody>
          <a:bodyPr/>
          <a:lstStyle/>
          <a:p>
            <a:r>
              <a:rPr lang="en-US" dirty="0"/>
              <a:t>I gathered my data from the NYC Open Data website</a:t>
            </a:r>
          </a:p>
          <a:p>
            <a:r>
              <a:rPr lang="en-US" dirty="0"/>
              <a:t>I was sent over to the </a:t>
            </a:r>
            <a:r>
              <a:rPr lang="en-US" dirty="0" err="1"/>
              <a:t>NYC.Gov</a:t>
            </a:r>
            <a:r>
              <a:rPr lang="en-US" dirty="0"/>
              <a:t> website at </a:t>
            </a:r>
            <a:r>
              <a:rPr lang="en-US" dirty="0">
                <a:hlinkClick r:id="rId2"/>
              </a:rPr>
              <a:t>https://www1.nyc.gov/site/nypd/stats/crime-statistics/park-crime-stats.page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is the NYPDs data webpage that hosts several data sets from different quarters of previous years</a:t>
            </a:r>
          </a:p>
          <a:p>
            <a:r>
              <a:rPr lang="en-US" dirty="0"/>
              <a:t>I downloaded two datasets as Excel files and then converted into </a:t>
            </a:r>
            <a:r>
              <a:rPr lang="en-US" dirty="0" err="1"/>
              <a:t>csv.files</a:t>
            </a:r>
            <a:endParaRPr lang="en-US" dirty="0"/>
          </a:p>
          <a:p>
            <a:r>
              <a:rPr lang="en-US" dirty="0"/>
              <a:t>Each data set is about 1150 rows and about 12 columns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062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3EED45-07E5-D147-8614-3E363ECE2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Methodologies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DA7A0-0D9C-AD4D-AD54-1FF0A46C9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The tools/techniques I used for this project were</a:t>
            </a:r>
          </a:p>
          <a:p>
            <a:pPr marL="0" indent="0">
              <a:buNone/>
            </a:pPr>
            <a:r>
              <a:rPr lang="en-US" dirty="0"/>
              <a:t>	- python libraries</a:t>
            </a:r>
          </a:p>
          <a:p>
            <a:pPr marL="0" indent="0">
              <a:buNone/>
            </a:pPr>
            <a:r>
              <a:rPr lang="en-US" dirty="0"/>
              <a:t> 	- data cleaning</a:t>
            </a:r>
          </a:p>
          <a:p>
            <a:pPr marL="0" indent="0">
              <a:buNone/>
            </a:pPr>
            <a:r>
              <a:rPr lang="en-US" dirty="0"/>
              <a:t>	- data visualizations</a:t>
            </a:r>
          </a:p>
          <a:p>
            <a:pPr marL="0" indent="0">
              <a:buNone/>
            </a:pPr>
            <a:r>
              <a:rPr lang="en-US" dirty="0"/>
              <a:t>Libraries: </a:t>
            </a:r>
            <a:r>
              <a:rPr lang="en-US" dirty="0" err="1"/>
              <a:t>numpy</a:t>
            </a:r>
            <a:r>
              <a:rPr lang="en-US" dirty="0"/>
              <a:t>, pandas, matplotlib</a:t>
            </a:r>
          </a:p>
          <a:p>
            <a:pPr marL="0" indent="0">
              <a:buNone/>
            </a:pPr>
            <a:r>
              <a:rPr lang="en-US" dirty="0"/>
              <a:t>Raw dataset: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DD88CC05-015D-E04C-863B-8E05C0626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2119127"/>
            <a:ext cx="6953577" cy="2294679"/>
          </a:xfrm>
          <a:prstGeom prst="rect">
            <a:avLst/>
          </a:prstGeom>
          <a:effectLst>
            <a:softEdge rad="0"/>
          </a:effectLst>
        </p:spPr>
      </p:pic>
      <p:sp>
        <p:nvSpPr>
          <p:cNvPr id="15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00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46F009-600D-CC45-AA75-BFF2D7B0D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Methodologies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6463C-8E27-9346-B3AB-4C30C0301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sz="1700"/>
              <a:t>For this dataset I manly removed and renamed columns, removed unneeded rows, reset the index and converted object values into numerical values </a:t>
            </a:r>
          </a:p>
          <a:p>
            <a:r>
              <a:rPr lang="en-US" sz="1700"/>
              <a:t>I also had to remove parks or rows that had 0 crimes committed during that quarter as I only wanted to focus on crime numbers</a:t>
            </a:r>
          </a:p>
          <a:p>
            <a:r>
              <a:rPr lang="en-US" sz="1700"/>
              <a:t>Final result: Top 10 parks that had high crime activity:</a:t>
            </a:r>
          </a:p>
          <a:p>
            <a:endParaRPr lang="en-US" sz="1700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E5D41A0F-3EAB-8E4E-9716-B5C032B46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262" y="1206469"/>
            <a:ext cx="6982906" cy="4379683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E1AE9-89AA-5F40-A5B4-DF6C2CC6D09C}"/>
              </a:ext>
            </a:extLst>
          </p:cNvPr>
          <p:cNvSpPr txBox="1"/>
          <p:nvPr/>
        </p:nvSpPr>
        <p:spPr>
          <a:xfrm>
            <a:off x="7593047" y="460440"/>
            <a:ext cx="3650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QUARTER 1 2020</a:t>
            </a:r>
          </a:p>
        </p:txBody>
      </p:sp>
    </p:spTree>
    <p:extLst>
      <p:ext uri="{BB962C8B-B14F-4D97-AF65-F5344CB8AC3E}">
        <p14:creationId xmlns:p14="http://schemas.microsoft.com/office/powerpoint/2010/main" val="3226330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38391-6D3A-AF48-A52D-29DD71A81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Findings and Conclusions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C6DF-B951-1A4D-A037-AFCC53211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Repeat the same process for Q3 dataset:</a:t>
            </a:r>
          </a:p>
          <a:p>
            <a:endParaRPr lang="en-US" dirty="0"/>
          </a:p>
          <a:p>
            <a:r>
              <a:rPr lang="en-US" dirty="0"/>
              <a:t>Final dataset of top 10 parks with highest crime activity for Q3 of 2020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B771A750-737B-F842-80FB-6739D4D26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119549"/>
            <a:ext cx="6953577" cy="4293834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A492E5-D3B4-9A47-A94F-6342E41BBB34}"/>
              </a:ext>
            </a:extLst>
          </p:cNvPr>
          <p:cNvSpPr txBox="1"/>
          <p:nvPr/>
        </p:nvSpPr>
        <p:spPr>
          <a:xfrm>
            <a:off x="6936001" y="460440"/>
            <a:ext cx="385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QUARTER 3 OF 2020</a:t>
            </a:r>
          </a:p>
        </p:txBody>
      </p:sp>
    </p:spTree>
    <p:extLst>
      <p:ext uri="{BB962C8B-B14F-4D97-AF65-F5344CB8AC3E}">
        <p14:creationId xmlns:p14="http://schemas.microsoft.com/office/powerpoint/2010/main" val="3444620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3">
            <a:extLst>
              <a:ext uri="{FF2B5EF4-FFF2-40B4-BE49-F238E27FC236}">
                <a16:creationId xmlns:a16="http://schemas.microsoft.com/office/drawing/2014/main" id="{9073237B-D536-4B4C-8928-3510CB0F8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0C5C83-28DF-2E4B-B7D7-5919C893F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Findings</a:t>
            </a:r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488B1383-B33A-45D9-AF5F-DD1522135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B9B09175-54EB-4C82-B6E8-7A9C2B5A9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There were more crimes committed in parks for Q3 of 2020</a:t>
            </a:r>
          </a:p>
          <a:p>
            <a:endParaRPr lang="en-US" dirty="0"/>
          </a:p>
          <a:p>
            <a:r>
              <a:rPr lang="en-US" dirty="0"/>
              <a:t>The borough with the highest number of crimes were different for each quarter</a:t>
            </a:r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B2A48B94-0F70-0643-9002-F5CEBE93E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446415"/>
            <a:ext cx="3647683" cy="4172989"/>
          </a:xfrm>
          <a:prstGeom prst="rect">
            <a:avLst/>
          </a:prstGeom>
        </p:spPr>
      </p:pic>
      <p:pic>
        <p:nvPicPr>
          <p:cNvPr id="5" name="Content Placeholder 4" descr="Chart, bar chart&#10;&#10;Description automatically generated">
            <a:extLst>
              <a:ext uri="{FF2B5EF4-FFF2-40B4-BE49-F238E27FC236}">
                <a16:creationId xmlns:a16="http://schemas.microsoft.com/office/drawing/2014/main" id="{85046E47-A03D-C941-AB05-47AFA8B93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771" y="1446415"/>
            <a:ext cx="3647684" cy="4172989"/>
          </a:xfrm>
          <a:prstGeom prst="rect">
            <a:avLst/>
          </a:prstGeom>
        </p:spPr>
      </p:pic>
      <p:sp>
        <p:nvSpPr>
          <p:cNvPr id="13" name="Freeform 11">
            <a:extLst>
              <a:ext uri="{FF2B5EF4-FFF2-40B4-BE49-F238E27FC236}">
                <a16:creationId xmlns:a16="http://schemas.microsoft.com/office/drawing/2014/main" id="{ADD2565E-493E-4545-99C0-2F033FA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23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D4AA5-B2A0-1E4B-A0B7-5AEDB2E2A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Findings and Conclusions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CA13C-7D67-A04A-ABF4-38CEF6A87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I combined both datasets into one two see a side by side comparison of the data/numbers</a:t>
            </a:r>
          </a:p>
          <a:p>
            <a:endParaRPr lang="en-US" dirty="0"/>
          </a:p>
          <a:p>
            <a:r>
              <a:rPr lang="en-US" dirty="0"/>
              <a:t>Conclusion:</a:t>
            </a:r>
          </a:p>
          <a:p>
            <a:r>
              <a:rPr lang="en-US" dirty="0"/>
              <a:t>- More crime was </a:t>
            </a:r>
            <a:r>
              <a:rPr lang="en-US" dirty="0" err="1"/>
              <a:t>commited</a:t>
            </a:r>
            <a:r>
              <a:rPr lang="en-US" dirty="0"/>
              <a:t> in the summer /warmer months of 2020</a:t>
            </a:r>
          </a:p>
          <a:p>
            <a:r>
              <a:rPr lang="en-US" dirty="0"/>
              <a:t>Flushing Meadows Corona Park ranked 2</a:t>
            </a:r>
            <a:r>
              <a:rPr lang="en-US" baseline="30000" dirty="0"/>
              <a:t>nd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9D959E0E-2EF3-DF48-A6A6-FC6F93D2A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503" y="1554149"/>
            <a:ext cx="7773435" cy="4338704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21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60096-2414-784E-97FA-8D0B6372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090ED-16AB-0E40-962A-1FB286B62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Google.com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https://www1.nyc.gov/site/nypd/stats/crime-statistics/park-crime-stats.page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37490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2600</TotalTime>
  <Words>425</Words>
  <Application>Microsoft Macintosh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Is there a difference in crime activity between two different quarter seasons for the year 2020?   Also, which parks had the highest number of crimes for each quarter? </vt:lpstr>
      <vt:lpstr>Goal of project</vt:lpstr>
      <vt:lpstr>Data Sources</vt:lpstr>
      <vt:lpstr>Methodologies</vt:lpstr>
      <vt:lpstr>Methodologies</vt:lpstr>
      <vt:lpstr>Findings and Conclusions</vt:lpstr>
      <vt:lpstr>Findings</vt:lpstr>
      <vt:lpstr>Findings and 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 there a difference in crime activity between two different quarter seasons for the year 2020?   Also, which parks had the highest number of crimes for each quarter? </dc:title>
  <dc:creator>Alexis Carino</dc:creator>
  <cp:lastModifiedBy>Alexis Carino</cp:lastModifiedBy>
  <cp:revision>1</cp:revision>
  <dcterms:created xsi:type="dcterms:W3CDTF">2022-01-24T03:41:45Z</dcterms:created>
  <dcterms:modified xsi:type="dcterms:W3CDTF">2022-01-25T23:01:51Z</dcterms:modified>
</cp:coreProperties>
</file>