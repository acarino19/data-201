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237" r:id="rId1"/>
  </p:sldMasterIdLst>
  <p:sldIdLst>
    <p:sldId id="256" r:id="rId2"/>
    <p:sldId id="257" r:id="rId3"/>
    <p:sldId id="258" r:id="rId4"/>
    <p:sldId id="259" r:id="rId5"/>
    <p:sldId id="265" r:id="rId6"/>
    <p:sldId id="262" r:id="rId7"/>
    <p:sldId id="260" r:id="rId8"/>
    <p:sldId id="264" r:id="rId9"/>
    <p:sldId id="263" r:id="rId10"/>
    <p:sldId id="26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390"/>
    <p:restoredTop sz="96197"/>
  </p:normalViewPr>
  <p:slideViewPr>
    <p:cSldViewPr snapToGrid="0" snapToObjects="1">
      <p:cViewPr varScale="1">
        <p:scale>
          <a:sx n="99" d="100"/>
          <a:sy n="99" d="100"/>
        </p:scale>
        <p:origin x="184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2622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148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3940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298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58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734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4340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9528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4828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026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397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1/23/22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839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8" r:id="rId1"/>
    <p:sldLayoutId id="2147484239" r:id="rId2"/>
    <p:sldLayoutId id="2147484240" r:id="rId3"/>
    <p:sldLayoutId id="2147484241" r:id="rId4"/>
    <p:sldLayoutId id="2147484242" r:id="rId5"/>
    <p:sldLayoutId id="2147484243" r:id="rId6"/>
    <p:sldLayoutId id="2147484244" r:id="rId7"/>
    <p:sldLayoutId id="2147484245" r:id="rId8"/>
    <p:sldLayoutId id="2147484246" r:id="rId9"/>
    <p:sldLayoutId id="2147484247" r:id="rId10"/>
    <p:sldLayoutId id="214748424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1.nyc.gov/site/nypd/stats/crime-statistics/park-crime-stats.pag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1.nyc.gov/site/nypd/stats/crime-statistics/park-crime-stats.pag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8FFFFB-9F51-1E40-8B2D-D21B35754C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0337" y="640080"/>
            <a:ext cx="4510337" cy="3566160"/>
          </a:xfrm>
        </p:spPr>
        <p:txBody>
          <a:bodyPr anchor="b">
            <a:normAutofit/>
          </a:bodyPr>
          <a:lstStyle/>
          <a:p>
            <a:pPr algn="l"/>
            <a:r>
              <a:rPr lang="en-US" sz="3100" b="1" dirty="0"/>
              <a:t>Is there a difference in park crime activity between two different quarter seasons (Q1 vs Q3) for the year 2020? </a:t>
            </a:r>
            <a:br>
              <a:rPr lang="en-US" sz="2200" dirty="0"/>
            </a:br>
            <a:br>
              <a:rPr lang="en-US" sz="2200" dirty="0"/>
            </a:br>
            <a:r>
              <a:rPr lang="en-US" sz="2200" b="1" dirty="0"/>
              <a:t>Also, which parks had the highest number of crimes for each quarter?</a:t>
            </a:r>
            <a:br>
              <a:rPr lang="en-US" sz="2200" dirty="0"/>
            </a:br>
            <a:endParaRPr lang="en-US" sz="2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731558-1837-284E-8AE5-2EAF11099F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0339" y="4636008"/>
            <a:ext cx="3734014" cy="1572768"/>
          </a:xfrm>
        </p:spPr>
        <p:txBody>
          <a:bodyPr>
            <a:normAutofit/>
          </a:bodyPr>
          <a:lstStyle/>
          <a:p>
            <a:pPr algn="l"/>
            <a:r>
              <a:rPr lang="en-US" sz="1600" dirty="0"/>
              <a:t>-Alex C.</a:t>
            </a:r>
          </a:p>
          <a:p>
            <a:pPr algn="l"/>
            <a:r>
              <a:rPr lang="en-US" sz="1600" dirty="0"/>
              <a:t>-Data 201</a:t>
            </a:r>
          </a:p>
          <a:p>
            <a:pPr algn="l"/>
            <a:r>
              <a:rPr lang="en-US" sz="1600" dirty="0"/>
              <a:t>-LGCC</a:t>
            </a:r>
          </a:p>
        </p:txBody>
      </p:sp>
      <p:sp>
        <p:nvSpPr>
          <p:cNvPr id="73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 woman is seen sitting on a bench in Flushing Meadow Park">
            <a:extLst>
              <a:ext uri="{FF2B5EF4-FFF2-40B4-BE49-F238E27FC236}">
                <a16:creationId xmlns:a16="http://schemas.microsoft.com/office/drawing/2014/main" id="{E59405C1-9028-5D4F-8B1A-50CC740E80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03" r="21295"/>
          <a:stretch/>
        </p:blipFill>
        <p:spPr bwMode="auto">
          <a:xfrm>
            <a:off x="5743575" y="0"/>
            <a:ext cx="6445377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4674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D21898E-86C0-4C8A-A76C-DF33E844C8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9542" y="0"/>
            <a:ext cx="10432916" cy="6858000"/>
          </a:xfrm>
          <a:custGeom>
            <a:avLst/>
            <a:gdLst>
              <a:gd name="connsiteX0" fmla="*/ 1287962 w 10432916"/>
              <a:gd name="connsiteY0" fmla="*/ 0 h 6858000"/>
              <a:gd name="connsiteX1" fmla="*/ 9144956 w 10432916"/>
              <a:gd name="connsiteY1" fmla="*/ 0 h 6858000"/>
              <a:gd name="connsiteX2" fmla="*/ 9241731 w 10432916"/>
              <a:gd name="connsiteY2" fmla="*/ 111692 h 6858000"/>
              <a:gd name="connsiteX3" fmla="*/ 10432916 w 10432916"/>
              <a:gd name="connsiteY3" fmla="*/ 3429001 h 6858000"/>
              <a:gd name="connsiteX4" fmla="*/ 9241730 w 10432916"/>
              <a:gd name="connsiteY4" fmla="*/ 6746310 h 6858000"/>
              <a:gd name="connsiteX5" fmla="*/ 9144957 w 10432916"/>
              <a:gd name="connsiteY5" fmla="*/ 6858000 h 6858000"/>
              <a:gd name="connsiteX6" fmla="*/ 1287959 w 10432916"/>
              <a:gd name="connsiteY6" fmla="*/ 6858000 h 6858000"/>
              <a:gd name="connsiteX7" fmla="*/ 1191186 w 10432916"/>
              <a:gd name="connsiteY7" fmla="*/ 6746310 h 6858000"/>
              <a:gd name="connsiteX8" fmla="*/ 0 w 10432916"/>
              <a:gd name="connsiteY8" fmla="*/ 3429001 h 6858000"/>
              <a:gd name="connsiteX9" fmla="*/ 1191186 w 10432916"/>
              <a:gd name="connsiteY9" fmla="*/ 11169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32916" h="6858000">
                <a:moveTo>
                  <a:pt x="1287962" y="0"/>
                </a:moveTo>
                <a:lnTo>
                  <a:pt x="9144956" y="0"/>
                </a:lnTo>
                <a:lnTo>
                  <a:pt x="9241731" y="111692"/>
                </a:lnTo>
                <a:cubicBezTo>
                  <a:pt x="9985889" y="1013175"/>
                  <a:pt x="10432916" y="2168897"/>
                  <a:pt x="10432916" y="3429001"/>
                </a:cubicBezTo>
                <a:cubicBezTo>
                  <a:pt x="10432916" y="4689105"/>
                  <a:pt x="9985889" y="5844827"/>
                  <a:pt x="9241730" y="6746310"/>
                </a:cubicBezTo>
                <a:lnTo>
                  <a:pt x="9144957" y="6858000"/>
                </a:lnTo>
                <a:lnTo>
                  <a:pt x="1287959" y="6858000"/>
                </a:lnTo>
                <a:lnTo>
                  <a:pt x="1191186" y="6746310"/>
                </a:lnTo>
                <a:cubicBezTo>
                  <a:pt x="447027" y="5844827"/>
                  <a:pt x="0" y="4689105"/>
                  <a:pt x="0" y="3429001"/>
                </a:cubicBezTo>
                <a:cubicBezTo>
                  <a:pt x="0" y="2168897"/>
                  <a:pt x="447027" y="1013175"/>
                  <a:pt x="1191186" y="111692"/>
                </a:cubicBezTo>
                <a:close/>
              </a:path>
            </a:pathLst>
          </a:cu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5C8F04BD-D093-45D0-B54C-50FDB308B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4942" y="0"/>
            <a:ext cx="9922116" cy="6858000"/>
          </a:xfrm>
          <a:custGeom>
            <a:avLst/>
            <a:gdLst>
              <a:gd name="connsiteX0" fmla="*/ 1378575 w 9922116"/>
              <a:gd name="connsiteY0" fmla="*/ 0 h 6858000"/>
              <a:gd name="connsiteX1" fmla="*/ 8543542 w 9922116"/>
              <a:gd name="connsiteY1" fmla="*/ 0 h 6858000"/>
              <a:gd name="connsiteX2" fmla="*/ 8633323 w 9922116"/>
              <a:gd name="connsiteY2" fmla="*/ 94145 h 6858000"/>
              <a:gd name="connsiteX3" fmla="*/ 9922116 w 9922116"/>
              <a:gd name="connsiteY3" fmla="*/ 3429001 h 6858000"/>
              <a:gd name="connsiteX4" fmla="*/ 8633323 w 9922116"/>
              <a:gd name="connsiteY4" fmla="*/ 6763858 h 6858000"/>
              <a:gd name="connsiteX5" fmla="*/ 8543544 w 9922116"/>
              <a:gd name="connsiteY5" fmla="*/ 6858000 h 6858000"/>
              <a:gd name="connsiteX6" fmla="*/ 1378573 w 9922116"/>
              <a:gd name="connsiteY6" fmla="*/ 6858000 h 6858000"/>
              <a:gd name="connsiteX7" fmla="*/ 1288793 w 9922116"/>
              <a:gd name="connsiteY7" fmla="*/ 6763858 h 6858000"/>
              <a:gd name="connsiteX8" fmla="*/ 0 w 9922116"/>
              <a:gd name="connsiteY8" fmla="*/ 3429001 h 6858000"/>
              <a:gd name="connsiteX9" fmla="*/ 1288793 w 9922116"/>
              <a:gd name="connsiteY9" fmla="*/ 9414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22116" h="6858000">
                <a:moveTo>
                  <a:pt x="1378575" y="0"/>
                </a:moveTo>
                <a:lnTo>
                  <a:pt x="8543542" y="0"/>
                </a:lnTo>
                <a:lnTo>
                  <a:pt x="8633323" y="94145"/>
                </a:lnTo>
                <a:cubicBezTo>
                  <a:pt x="9434072" y="974941"/>
                  <a:pt x="9922116" y="2144991"/>
                  <a:pt x="9922116" y="3429001"/>
                </a:cubicBezTo>
                <a:cubicBezTo>
                  <a:pt x="9922116" y="4713011"/>
                  <a:pt x="9434072" y="5883061"/>
                  <a:pt x="8633323" y="6763858"/>
                </a:cubicBezTo>
                <a:lnTo>
                  <a:pt x="8543544" y="6858000"/>
                </a:lnTo>
                <a:lnTo>
                  <a:pt x="1378573" y="6858000"/>
                </a:lnTo>
                <a:lnTo>
                  <a:pt x="1288793" y="6763858"/>
                </a:lnTo>
                <a:cubicBezTo>
                  <a:pt x="488044" y="5883061"/>
                  <a:pt x="0" y="4713011"/>
                  <a:pt x="0" y="3429001"/>
                </a:cubicBezTo>
                <a:cubicBezTo>
                  <a:pt x="0" y="2144991"/>
                  <a:pt x="488044" y="974941"/>
                  <a:pt x="1288793" y="94145"/>
                </a:cubicBezTo>
                <a:close/>
              </a:path>
            </a:pathLst>
          </a:custGeom>
          <a:solidFill>
            <a:schemeClr val="bg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466410-EDE4-3149-B38B-C70789375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1147" y="365760"/>
            <a:ext cx="7569706" cy="1288238"/>
          </a:xfrm>
        </p:spPr>
        <p:txBody>
          <a:bodyPr anchor="ctr">
            <a:normAutofit/>
          </a:bodyPr>
          <a:lstStyle/>
          <a:p>
            <a:pPr algn="ctr"/>
            <a:r>
              <a:rPr lang="en-US" b="1" u="sng"/>
              <a:t>Goal of project</a:t>
            </a:r>
          </a:p>
        </p:txBody>
      </p: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3F0307F0-0E7A-8445-8082-C748F8EBB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5569" y="1956816"/>
            <a:ext cx="7860863" cy="4024884"/>
          </a:xfrm>
        </p:spPr>
        <p:txBody>
          <a:bodyPr anchor="t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/>
              <a:t>I was curious to see the differences in parks crime throughout different times in the year.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/>
              <a:t>Parks are a place where many families, friends and children attend, so I was interested in seeing which parks should I be more cautious of. I believe it is important that we understand that even a public place such as a park is still not immune to crime activity.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/>
              <a:t>Q1= Earlier/Colder months of the year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/>
              <a:t>Q3 = Summer/Warmer months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/>
          </a:p>
          <a:p>
            <a:pPr>
              <a:buFont typeface="Arial" panose="020B0604020202020204" pitchFamily="34" charset="0"/>
              <a:buChar char="•"/>
            </a:pPr>
            <a:r>
              <a:rPr lang="en-US" sz="2000"/>
              <a:t>Summer season is known for higher crime rates and I wanted to see if this data reflected that. </a:t>
            </a:r>
          </a:p>
        </p:txBody>
      </p:sp>
    </p:spTree>
    <p:extLst>
      <p:ext uri="{BB962C8B-B14F-4D97-AF65-F5344CB8AC3E}">
        <p14:creationId xmlns:p14="http://schemas.microsoft.com/office/powerpoint/2010/main" val="2414279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CD251C-A887-4D2F-925B-FC09719853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9D093C-27FB-4032-B282-42C4563F2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94548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5EE815E-1BD3-4777-B652-6D98825B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7290" y="681628"/>
            <a:ext cx="1128382" cy="847206"/>
            <a:chOff x="668003" y="1684057"/>
            <a:chExt cx="1128382" cy="847206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E6692982-4A7D-4392-87CD-F0CD4B027D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8003" y="1935883"/>
              <a:ext cx="675351" cy="595380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196485F7-F277-4123-AC53-98EA4C8587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45893" y="1684057"/>
              <a:ext cx="550492" cy="485306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9C205B0-66BA-134B-84F5-BA0A6F4D6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290" y="1166932"/>
            <a:ext cx="3582073" cy="4279709"/>
          </a:xfrm>
        </p:spPr>
        <p:txBody>
          <a:bodyPr anchor="ctr">
            <a:normAutofit/>
          </a:bodyPr>
          <a:lstStyle/>
          <a:p>
            <a:r>
              <a:rPr lang="en-US" sz="4800">
                <a:solidFill>
                  <a:schemeClr val="bg1"/>
                </a:solidFill>
              </a:rPr>
              <a:t>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49FB4-EAC8-0C4F-A2C4-F6ACBD925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864" y="1166933"/>
            <a:ext cx="5716988" cy="4279709"/>
          </a:xfrm>
        </p:spPr>
        <p:txBody>
          <a:bodyPr anchor="ctr">
            <a:normAutofit/>
          </a:bodyPr>
          <a:lstStyle/>
          <a:p>
            <a:r>
              <a:rPr lang="en-US" sz="2000"/>
              <a:t>I gathered my data from the NYC Open Data website</a:t>
            </a:r>
          </a:p>
          <a:p>
            <a:r>
              <a:rPr lang="en-US" sz="2000"/>
              <a:t>I was sent over to the NYC.Gov website at </a:t>
            </a:r>
            <a:r>
              <a:rPr lang="en-US" sz="2000">
                <a:hlinkClick r:id="rId2"/>
              </a:rPr>
              <a:t>https://www1.nyc.gov/site/nypd/stats/crime-statistics/park-crime-stats.page</a:t>
            </a:r>
            <a:endParaRPr lang="en-US" sz="2000"/>
          </a:p>
          <a:p>
            <a:endParaRPr lang="en-US" sz="2000"/>
          </a:p>
          <a:p>
            <a:r>
              <a:rPr lang="en-US" sz="2000"/>
              <a:t>This is the NYPDs data webpage that hosts several data sets from different quarters of previous years</a:t>
            </a:r>
          </a:p>
          <a:p>
            <a:r>
              <a:rPr lang="en-US" sz="2000"/>
              <a:t>I downloaded two datasets as Excel files and then converted into csv.files</a:t>
            </a:r>
          </a:p>
          <a:p>
            <a:r>
              <a:rPr lang="en-US" sz="2000"/>
              <a:t>Each data set is about 1150 rows and about 12 columns</a:t>
            </a:r>
          </a:p>
          <a:p>
            <a:endParaRPr lang="en-US" sz="2000"/>
          </a:p>
          <a:p>
            <a:pPr marL="0" indent="0">
              <a:buNone/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077062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73DE2CFE-42F2-48F0-8706-5264E012B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5662795" y="-3745097"/>
            <a:ext cx="1354979" cy="10750169"/>
          </a:xfrm>
          <a:prstGeom prst="downArrow">
            <a:avLst>
              <a:gd name="adj1" fmla="val 100000"/>
              <a:gd name="adj2" fmla="val 22582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3EED45-07E5-D147-8614-3E363ECE2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2" y="1204109"/>
            <a:ext cx="10023398" cy="857894"/>
          </a:xfrm>
        </p:spPr>
        <p:txBody>
          <a:bodyPr>
            <a:normAutofit/>
          </a:bodyPr>
          <a:lstStyle/>
          <a:p>
            <a:r>
              <a:rPr lang="en-US" sz="4000" u="sng">
                <a:solidFill>
                  <a:srgbClr val="FFFFFF"/>
                </a:solidFill>
              </a:rPr>
              <a:t>Methodologies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DA7A0-0D9C-AD4D-AD54-1FF0A46C9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931" y="2962451"/>
            <a:ext cx="2779954" cy="2820012"/>
          </a:xfrm>
        </p:spPr>
        <p:txBody>
          <a:bodyPr>
            <a:normAutofit/>
          </a:bodyPr>
          <a:lstStyle/>
          <a:p>
            <a:r>
              <a:rPr lang="en-US" sz="1600"/>
              <a:t>The tools/techniques I used for this project were</a:t>
            </a:r>
          </a:p>
          <a:p>
            <a:pPr marL="0" indent="0">
              <a:buNone/>
            </a:pPr>
            <a:r>
              <a:rPr lang="en-US" sz="1600"/>
              <a:t>	- python libraries</a:t>
            </a:r>
          </a:p>
          <a:p>
            <a:pPr marL="0" indent="0">
              <a:buNone/>
            </a:pPr>
            <a:r>
              <a:rPr lang="en-US" sz="1600"/>
              <a:t> 	- data cleaning</a:t>
            </a:r>
          </a:p>
          <a:p>
            <a:pPr marL="0" indent="0">
              <a:buNone/>
            </a:pPr>
            <a:r>
              <a:rPr lang="en-US" sz="1600"/>
              <a:t>	- datavisualizations</a:t>
            </a:r>
          </a:p>
          <a:p>
            <a:pPr marL="0" indent="0">
              <a:buNone/>
            </a:pPr>
            <a:r>
              <a:rPr lang="en-US" sz="1600"/>
              <a:t>Libraries: numpy, pandas, matplotlib</a:t>
            </a:r>
          </a:p>
          <a:p>
            <a:pPr marL="0" indent="0">
              <a:buNone/>
            </a:pPr>
            <a:r>
              <a:rPr lang="en-US" sz="1600"/>
              <a:t>Raw dataset: </a:t>
            </a:r>
          </a:p>
          <a:p>
            <a:pPr marL="0" indent="0">
              <a:buNone/>
            </a:pPr>
            <a:endParaRPr lang="en-US" sz="1600"/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DD88CC05-015D-E04C-863B-8E05C0626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356" y="2559090"/>
            <a:ext cx="7417521" cy="3635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600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CD251C-A887-4D2F-925B-FC09719853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9D093C-27FB-4032-B282-42C4563F2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94548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4AD3AA-AA65-7C4B-AC96-E8D4DB300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290" y="1780661"/>
            <a:ext cx="3582073" cy="1463472"/>
          </a:xfrm>
        </p:spPr>
        <p:txBody>
          <a:bodyPr anchor="t">
            <a:normAutofit/>
          </a:bodyPr>
          <a:lstStyle/>
          <a:p>
            <a:r>
              <a:rPr lang="en-US" u="sng">
                <a:solidFill>
                  <a:schemeClr val="bg1"/>
                </a:solidFill>
              </a:rPr>
              <a:t>Methodologies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5EE815E-1BD3-4777-B652-6D98825B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67290" y="681628"/>
            <a:ext cx="1128382" cy="847206"/>
            <a:chOff x="668003" y="1684057"/>
            <a:chExt cx="1128382" cy="847206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E6692982-4A7D-4392-87CD-F0CD4B027D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8003" y="1935883"/>
              <a:ext cx="675351" cy="595380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196485F7-F277-4123-AC53-98EA4C8587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45893" y="1684057"/>
              <a:ext cx="550492" cy="485306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340E0-B022-0D4F-9158-ECFE9BB21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290" y="3383121"/>
            <a:ext cx="3582072" cy="2793251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For this dataset I manly removed and renamed columns, removed unneeded rows, reset the index and converted object values into numerical values 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7" name="Picture 6" descr="A black screen with white text&#10;&#10;Description automatically generated with low confidence">
            <a:extLst>
              <a:ext uri="{FF2B5EF4-FFF2-40B4-BE49-F238E27FC236}">
                <a16:creationId xmlns:a16="http://schemas.microsoft.com/office/drawing/2014/main" id="{B0412BB6-7E4C-E649-98F2-030DA20BB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652" y="1454342"/>
            <a:ext cx="6642532" cy="33710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4A9364-54CE-E944-88B0-8EE8247CBE43}"/>
              </a:ext>
            </a:extLst>
          </p:cNvPr>
          <p:cNvSpPr txBox="1"/>
          <p:nvPr/>
        </p:nvSpPr>
        <p:spPr>
          <a:xfrm>
            <a:off x="7017744" y="681628"/>
            <a:ext cx="3227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More finalized dataset:</a:t>
            </a:r>
          </a:p>
        </p:txBody>
      </p:sp>
    </p:spTree>
    <p:extLst>
      <p:ext uri="{BB962C8B-B14F-4D97-AF65-F5344CB8AC3E}">
        <p14:creationId xmlns:p14="http://schemas.microsoft.com/office/powerpoint/2010/main" val="3672952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6F009-600D-CC45-AA75-BFF2D7B0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1206468"/>
            <a:ext cx="3650279" cy="698531"/>
          </a:xfrm>
        </p:spPr>
        <p:txBody>
          <a:bodyPr>
            <a:normAutofit/>
          </a:bodyPr>
          <a:lstStyle/>
          <a:p>
            <a:r>
              <a:rPr lang="en-US" u="sng" dirty="0"/>
              <a:t>Methodologies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6463C-8E27-9346-B3AB-4C30C0301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25" y="2185988"/>
            <a:ext cx="3650278" cy="3706865"/>
          </a:xfrm>
        </p:spPr>
        <p:txBody>
          <a:bodyPr>
            <a:normAutofit/>
          </a:bodyPr>
          <a:lstStyle/>
          <a:p>
            <a:r>
              <a:rPr lang="en-US" sz="1700" dirty="0"/>
              <a:t>I also had to remove parks or rows that had 0 crimes committed during that quarter as I only wanted to focus on crime numbers</a:t>
            </a:r>
          </a:p>
          <a:p>
            <a:r>
              <a:rPr lang="en-US" sz="1700" dirty="0"/>
              <a:t>Final result: Top 10 parks that had high crime activity:</a:t>
            </a:r>
          </a:p>
          <a:p>
            <a:endParaRPr lang="en-US" sz="1700" dirty="0"/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E5D41A0F-3EAB-8E4E-9716-B5C032B467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262" y="1206469"/>
            <a:ext cx="6982906" cy="43796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2E1AE9-89AA-5F40-A5B4-DF6C2CC6D09C}"/>
              </a:ext>
            </a:extLst>
          </p:cNvPr>
          <p:cNvSpPr txBox="1"/>
          <p:nvPr/>
        </p:nvSpPr>
        <p:spPr>
          <a:xfrm>
            <a:off x="7593047" y="499076"/>
            <a:ext cx="3650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QUARTER 1 2020</a:t>
            </a:r>
          </a:p>
        </p:txBody>
      </p:sp>
    </p:spTree>
    <p:extLst>
      <p:ext uri="{BB962C8B-B14F-4D97-AF65-F5344CB8AC3E}">
        <p14:creationId xmlns:p14="http://schemas.microsoft.com/office/powerpoint/2010/main" val="3226330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38391-6D3A-AF48-A52D-29DD71A81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29" y="629266"/>
            <a:ext cx="3505495" cy="1622321"/>
          </a:xfrm>
        </p:spPr>
        <p:txBody>
          <a:bodyPr>
            <a:normAutofit/>
          </a:bodyPr>
          <a:lstStyle/>
          <a:p>
            <a:r>
              <a:rPr lang="en-US" u="sng" dirty="0"/>
              <a:t>Findings and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7C6DF-B951-1A4D-A037-AFCC53211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0"/>
            <a:ext cx="3505494" cy="3785419"/>
          </a:xfrm>
        </p:spPr>
        <p:txBody>
          <a:bodyPr>
            <a:normAutofit/>
          </a:bodyPr>
          <a:lstStyle/>
          <a:p>
            <a:r>
              <a:rPr lang="en-US" sz="2000"/>
              <a:t>Repeat the same process for Q3 dataset:</a:t>
            </a:r>
          </a:p>
          <a:p>
            <a:endParaRPr lang="en-US" sz="2000"/>
          </a:p>
          <a:p>
            <a:r>
              <a:rPr lang="en-US" sz="2000"/>
              <a:t>Final dataset of top 10 parks with highest crime activity for Q3 of 2020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39A796-BE83-48B1-B33F-35C4A32AAB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9">
            <a:extLst>
              <a:ext uri="{FF2B5EF4-FFF2-40B4-BE49-F238E27FC236}">
                <a16:creationId xmlns:a16="http://schemas.microsoft.com/office/drawing/2014/main" id="{72F84B47-E267-4194-8194-831DB7B55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3688" y="557784"/>
            <a:ext cx="6584098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B771A750-737B-F842-80FB-6739D4D26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862" y="1568908"/>
            <a:ext cx="6019331" cy="3716937"/>
          </a:xfrm>
          <a:prstGeom prst="rect">
            <a:avLst/>
          </a:prstGeom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A492E5-D3B4-9A47-A94F-6342E41BBB34}"/>
              </a:ext>
            </a:extLst>
          </p:cNvPr>
          <p:cNvSpPr txBox="1"/>
          <p:nvPr/>
        </p:nvSpPr>
        <p:spPr>
          <a:xfrm>
            <a:off x="5405861" y="822032"/>
            <a:ext cx="6019331" cy="371693"/>
          </a:xfrm>
          <a:prstGeom prst="rect">
            <a:avLst/>
          </a:prstGeom>
          <a:solidFill>
            <a:srgbClr val="000000">
              <a:alpha val="50000"/>
            </a:srgb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 b="1" dirty="0">
                <a:solidFill>
                  <a:srgbClr val="FFFFFF"/>
                </a:solidFill>
              </a:rPr>
              <a:t>QUARTER 3 OF 2020</a:t>
            </a:r>
          </a:p>
        </p:txBody>
      </p:sp>
    </p:spTree>
    <p:extLst>
      <p:ext uri="{BB962C8B-B14F-4D97-AF65-F5344CB8AC3E}">
        <p14:creationId xmlns:p14="http://schemas.microsoft.com/office/powerpoint/2010/main" val="3444620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59">
            <a:extLst>
              <a:ext uri="{FF2B5EF4-FFF2-40B4-BE49-F238E27FC236}">
                <a16:creationId xmlns:a16="http://schemas.microsoft.com/office/drawing/2014/main" id="{C232B152-3720-4D3B-97ED-45CE5483F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11BAB570-FF10-4E96-8A3F-FA9804702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4693698" cy="6858000"/>
          </a:xfrm>
          <a:custGeom>
            <a:avLst/>
            <a:gdLst>
              <a:gd name="connsiteX0" fmla="*/ 0 w 4693698"/>
              <a:gd name="connsiteY0" fmla="*/ 0 h 6858000"/>
              <a:gd name="connsiteX1" fmla="*/ 420914 w 4693698"/>
              <a:gd name="connsiteY1" fmla="*/ 0 h 6858000"/>
              <a:gd name="connsiteX2" fmla="*/ 1582057 w 4693698"/>
              <a:gd name="connsiteY2" fmla="*/ 0 h 6858000"/>
              <a:gd name="connsiteX3" fmla="*/ 4503903 w 4693698"/>
              <a:gd name="connsiteY3" fmla="*/ 0 h 6858000"/>
              <a:gd name="connsiteX4" fmla="*/ 4508943 w 4693698"/>
              <a:gd name="connsiteY4" fmla="*/ 66675 h 6858000"/>
              <a:gd name="connsiteX5" fmla="*/ 4517340 w 4693698"/>
              <a:gd name="connsiteY5" fmla="*/ 122237 h 6858000"/>
              <a:gd name="connsiteX6" fmla="*/ 4527418 w 4693698"/>
              <a:gd name="connsiteY6" fmla="*/ 174625 h 6858000"/>
              <a:gd name="connsiteX7" fmla="*/ 4544214 w 4693698"/>
              <a:gd name="connsiteY7" fmla="*/ 217487 h 6858000"/>
              <a:gd name="connsiteX8" fmla="*/ 4561010 w 4693698"/>
              <a:gd name="connsiteY8" fmla="*/ 260350 h 6858000"/>
              <a:gd name="connsiteX9" fmla="*/ 4581165 w 4693698"/>
              <a:gd name="connsiteY9" fmla="*/ 296862 h 6858000"/>
              <a:gd name="connsiteX10" fmla="*/ 4601320 w 4693698"/>
              <a:gd name="connsiteY10" fmla="*/ 334962 h 6858000"/>
              <a:gd name="connsiteX11" fmla="*/ 4619796 w 4693698"/>
              <a:gd name="connsiteY11" fmla="*/ 369887 h 6858000"/>
              <a:gd name="connsiteX12" fmla="*/ 4638271 w 4693698"/>
              <a:gd name="connsiteY12" fmla="*/ 409575 h 6858000"/>
              <a:gd name="connsiteX13" fmla="*/ 4655067 w 4693698"/>
              <a:gd name="connsiteY13" fmla="*/ 450850 h 6858000"/>
              <a:gd name="connsiteX14" fmla="*/ 4670184 w 4693698"/>
              <a:gd name="connsiteY14" fmla="*/ 496887 h 6858000"/>
              <a:gd name="connsiteX15" fmla="*/ 4681941 w 4693698"/>
              <a:gd name="connsiteY15" fmla="*/ 546100 h 6858000"/>
              <a:gd name="connsiteX16" fmla="*/ 4690339 w 4693698"/>
              <a:gd name="connsiteY16" fmla="*/ 606425 h 6858000"/>
              <a:gd name="connsiteX17" fmla="*/ 4693698 w 4693698"/>
              <a:gd name="connsiteY17" fmla="*/ 673100 h 6858000"/>
              <a:gd name="connsiteX18" fmla="*/ 4690339 w 4693698"/>
              <a:gd name="connsiteY18" fmla="*/ 744537 h 6858000"/>
              <a:gd name="connsiteX19" fmla="*/ 4681941 w 4693698"/>
              <a:gd name="connsiteY19" fmla="*/ 801687 h 6858000"/>
              <a:gd name="connsiteX20" fmla="*/ 4670184 w 4693698"/>
              <a:gd name="connsiteY20" fmla="*/ 854075 h 6858000"/>
              <a:gd name="connsiteX21" fmla="*/ 4655067 w 4693698"/>
              <a:gd name="connsiteY21" fmla="*/ 901700 h 6858000"/>
              <a:gd name="connsiteX22" fmla="*/ 4638271 w 4693698"/>
              <a:gd name="connsiteY22" fmla="*/ 942975 h 6858000"/>
              <a:gd name="connsiteX23" fmla="*/ 4618116 w 4693698"/>
              <a:gd name="connsiteY23" fmla="*/ 981075 h 6858000"/>
              <a:gd name="connsiteX24" fmla="*/ 4597961 w 4693698"/>
              <a:gd name="connsiteY24" fmla="*/ 1017587 h 6858000"/>
              <a:gd name="connsiteX25" fmla="*/ 4577806 w 4693698"/>
              <a:gd name="connsiteY25" fmla="*/ 1055687 h 6858000"/>
              <a:gd name="connsiteX26" fmla="*/ 4559330 w 4693698"/>
              <a:gd name="connsiteY26" fmla="*/ 1095375 h 6858000"/>
              <a:gd name="connsiteX27" fmla="*/ 4540854 w 4693698"/>
              <a:gd name="connsiteY27" fmla="*/ 1136650 h 6858000"/>
              <a:gd name="connsiteX28" fmla="*/ 4525739 w 4693698"/>
              <a:gd name="connsiteY28" fmla="*/ 1182687 h 6858000"/>
              <a:gd name="connsiteX29" fmla="*/ 4515661 w 4693698"/>
              <a:gd name="connsiteY29" fmla="*/ 1235075 h 6858000"/>
              <a:gd name="connsiteX30" fmla="*/ 4505583 w 4693698"/>
              <a:gd name="connsiteY30" fmla="*/ 1295400 h 6858000"/>
              <a:gd name="connsiteX31" fmla="*/ 4503903 w 4693698"/>
              <a:gd name="connsiteY31" fmla="*/ 1363662 h 6858000"/>
              <a:gd name="connsiteX32" fmla="*/ 4505583 w 4693698"/>
              <a:gd name="connsiteY32" fmla="*/ 1431925 h 6858000"/>
              <a:gd name="connsiteX33" fmla="*/ 4515661 w 4693698"/>
              <a:gd name="connsiteY33" fmla="*/ 1492250 h 6858000"/>
              <a:gd name="connsiteX34" fmla="*/ 4525739 w 4693698"/>
              <a:gd name="connsiteY34" fmla="*/ 1544637 h 6858000"/>
              <a:gd name="connsiteX35" fmla="*/ 4540854 w 4693698"/>
              <a:gd name="connsiteY35" fmla="*/ 1589087 h 6858000"/>
              <a:gd name="connsiteX36" fmla="*/ 4559330 w 4693698"/>
              <a:gd name="connsiteY36" fmla="*/ 1631950 h 6858000"/>
              <a:gd name="connsiteX37" fmla="*/ 4577806 w 4693698"/>
              <a:gd name="connsiteY37" fmla="*/ 1671637 h 6858000"/>
              <a:gd name="connsiteX38" fmla="*/ 4597961 w 4693698"/>
              <a:gd name="connsiteY38" fmla="*/ 1708150 h 6858000"/>
              <a:gd name="connsiteX39" fmla="*/ 4618116 w 4693698"/>
              <a:gd name="connsiteY39" fmla="*/ 1743075 h 6858000"/>
              <a:gd name="connsiteX40" fmla="*/ 4638271 w 4693698"/>
              <a:gd name="connsiteY40" fmla="*/ 1782762 h 6858000"/>
              <a:gd name="connsiteX41" fmla="*/ 4655067 w 4693698"/>
              <a:gd name="connsiteY41" fmla="*/ 1824037 h 6858000"/>
              <a:gd name="connsiteX42" fmla="*/ 4670184 w 4693698"/>
              <a:gd name="connsiteY42" fmla="*/ 1870075 h 6858000"/>
              <a:gd name="connsiteX43" fmla="*/ 4681941 w 4693698"/>
              <a:gd name="connsiteY43" fmla="*/ 1922462 h 6858000"/>
              <a:gd name="connsiteX44" fmla="*/ 4690339 w 4693698"/>
              <a:gd name="connsiteY44" fmla="*/ 1982787 h 6858000"/>
              <a:gd name="connsiteX45" fmla="*/ 4693698 w 4693698"/>
              <a:gd name="connsiteY45" fmla="*/ 2051050 h 6858000"/>
              <a:gd name="connsiteX46" fmla="*/ 4690339 w 4693698"/>
              <a:gd name="connsiteY46" fmla="*/ 2119312 h 6858000"/>
              <a:gd name="connsiteX47" fmla="*/ 4681941 w 4693698"/>
              <a:gd name="connsiteY47" fmla="*/ 2179637 h 6858000"/>
              <a:gd name="connsiteX48" fmla="*/ 4670184 w 4693698"/>
              <a:gd name="connsiteY48" fmla="*/ 2232025 h 6858000"/>
              <a:gd name="connsiteX49" fmla="*/ 4655067 w 4693698"/>
              <a:gd name="connsiteY49" fmla="*/ 2278062 h 6858000"/>
              <a:gd name="connsiteX50" fmla="*/ 4638271 w 4693698"/>
              <a:gd name="connsiteY50" fmla="*/ 2319337 h 6858000"/>
              <a:gd name="connsiteX51" fmla="*/ 4618116 w 4693698"/>
              <a:gd name="connsiteY51" fmla="*/ 2359025 h 6858000"/>
              <a:gd name="connsiteX52" fmla="*/ 4597961 w 4693698"/>
              <a:gd name="connsiteY52" fmla="*/ 2395537 h 6858000"/>
              <a:gd name="connsiteX53" fmla="*/ 4577806 w 4693698"/>
              <a:gd name="connsiteY53" fmla="*/ 2433637 h 6858000"/>
              <a:gd name="connsiteX54" fmla="*/ 4559330 w 4693698"/>
              <a:gd name="connsiteY54" fmla="*/ 2471737 h 6858000"/>
              <a:gd name="connsiteX55" fmla="*/ 4540854 w 4693698"/>
              <a:gd name="connsiteY55" fmla="*/ 2513012 h 6858000"/>
              <a:gd name="connsiteX56" fmla="*/ 4525739 w 4693698"/>
              <a:gd name="connsiteY56" fmla="*/ 2560637 h 6858000"/>
              <a:gd name="connsiteX57" fmla="*/ 4515661 w 4693698"/>
              <a:gd name="connsiteY57" fmla="*/ 2613025 h 6858000"/>
              <a:gd name="connsiteX58" fmla="*/ 4505583 w 4693698"/>
              <a:gd name="connsiteY58" fmla="*/ 2671762 h 6858000"/>
              <a:gd name="connsiteX59" fmla="*/ 4503903 w 4693698"/>
              <a:gd name="connsiteY59" fmla="*/ 2741612 h 6858000"/>
              <a:gd name="connsiteX60" fmla="*/ 4505583 w 4693698"/>
              <a:gd name="connsiteY60" fmla="*/ 2809875 h 6858000"/>
              <a:gd name="connsiteX61" fmla="*/ 4515661 w 4693698"/>
              <a:gd name="connsiteY61" fmla="*/ 2868612 h 6858000"/>
              <a:gd name="connsiteX62" fmla="*/ 4525739 w 4693698"/>
              <a:gd name="connsiteY62" fmla="*/ 2922587 h 6858000"/>
              <a:gd name="connsiteX63" fmla="*/ 4540854 w 4693698"/>
              <a:gd name="connsiteY63" fmla="*/ 2967037 h 6858000"/>
              <a:gd name="connsiteX64" fmla="*/ 4559330 w 4693698"/>
              <a:gd name="connsiteY64" fmla="*/ 3009900 h 6858000"/>
              <a:gd name="connsiteX65" fmla="*/ 4577806 w 4693698"/>
              <a:gd name="connsiteY65" fmla="*/ 3046412 h 6858000"/>
              <a:gd name="connsiteX66" fmla="*/ 4597961 w 4693698"/>
              <a:gd name="connsiteY66" fmla="*/ 3084512 h 6858000"/>
              <a:gd name="connsiteX67" fmla="*/ 4618116 w 4693698"/>
              <a:gd name="connsiteY67" fmla="*/ 3121025 h 6858000"/>
              <a:gd name="connsiteX68" fmla="*/ 4638271 w 4693698"/>
              <a:gd name="connsiteY68" fmla="*/ 3160712 h 6858000"/>
              <a:gd name="connsiteX69" fmla="*/ 4655067 w 4693698"/>
              <a:gd name="connsiteY69" fmla="*/ 3201987 h 6858000"/>
              <a:gd name="connsiteX70" fmla="*/ 4670184 w 4693698"/>
              <a:gd name="connsiteY70" fmla="*/ 3248025 h 6858000"/>
              <a:gd name="connsiteX71" fmla="*/ 4681941 w 4693698"/>
              <a:gd name="connsiteY71" fmla="*/ 3300412 h 6858000"/>
              <a:gd name="connsiteX72" fmla="*/ 4690339 w 4693698"/>
              <a:gd name="connsiteY72" fmla="*/ 3360737 h 6858000"/>
              <a:gd name="connsiteX73" fmla="*/ 4693698 w 4693698"/>
              <a:gd name="connsiteY73" fmla="*/ 3427412 h 6858000"/>
              <a:gd name="connsiteX74" fmla="*/ 4690339 w 4693698"/>
              <a:gd name="connsiteY74" fmla="*/ 3497262 h 6858000"/>
              <a:gd name="connsiteX75" fmla="*/ 4681941 w 4693698"/>
              <a:gd name="connsiteY75" fmla="*/ 3557587 h 6858000"/>
              <a:gd name="connsiteX76" fmla="*/ 4670184 w 4693698"/>
              <a:gd name="connsiteY76" fmla="*/ 3609975 h 6858000"/>
              <a:gd name="connsiteX77" fmla="*/ 4655067 w 4693698"/>
              <a:gd name="connsiteY77" fmla="*/ 3656012 h 6858000"/>
              <a:gd name="connsiteX78" fmla="*/ 4638271 w 4693698"/>
              <a:gd name="connsiteY78" fmla="*/ 3697287 h 6858000"/>
              <a:gd name="connsiteX79" fmla="*/ 4618116 w 4693698"/>
              <a:gd name="connsiteY79" fmla="*/ 3736975 h 6858000"/>
              <a:gd name="connsiteX80" fmla="*/ 4577806 w 4693698"/>
              <a:gd name="connsiteY80" fmla="*/ 3811587 h 6858000"/>
              <a:gd name="connsiteX81" fmla="*/ 4559330 w 4693698"/>
              <a:gd name="connsiteY81" fmla="*/ 3848100 h 6858000"/>
              <a:gd name="connsiteX82" fmla="*/ 4540854 w 4693698"/>
              <a:gd name="connsiteY82" fmla="*/ 3890962 h 6858000"/>
              <a:gd name="connsiteX83" fmla="*/ 4525739 w 4693698"/>
              <a:gd name="connsiteY83" fmla="*/ 3935412 h 6858000"/>
              <a:gd name="connsiteX84" fmla="*/ 4515661 w 4693698"/>
              <a:gd name="connsiteY84" fmla="*/ 3987800 h 6858000"/>
              <a:gd name="connsiteX85" fmla="*/ 4505583 w 4693698"/>
              <a:gd name="connsiteY85" fmla="*/ 4048125 h 6858000"/>
              <a:gd name="connsiteX86" fmla="*/ 4503903 w 4693698"/>
              <a:gd name="connsiteY86" fmla="*/ 4116387 h 6858000"/>
              <a:gd name="connsiteX87" fmla="*/ 4505583 w 4693698"/>
              <a:gd name="connsiteY87" fmla="*/ 4186237 h 6858000"/>
              <a:gd name="connsiteX88" fmla="*/ 4515661 w 4693698"/>
              <a:gd name="connsiteY88" fmla="*/ 4244975 h 6858000"/>
              <a:gd name="connsiteX89" fmla="*/ 4525739 w 4693698"/>
              <a:gd name="connsiteY89" fmla="*/ 4297362 h 6858000"/>
              <a:gd name="connsiteX90" fmla="*/ 4540854 w 4693698"/>
              <a:gd name="connsiteY90" fmla="*/ 4343400 h 6858000"/>
              <a:gd name="connsiteX91" fmla="*/ 4559330 w 4693698"/>
              <a:gd name="connsiteY91" fmla="*/ 4386262 h 6858000"/>
              <a:gd name="connsiteX92" fmla="*/ 4577806 w 4693698"/>
              <a:gd name="connsiteY92" fmla="*/ 4424362 h 6858000"/>
              <a:gd name="connsiteX93" fmla="*/ 4618116 w 4693698"/>
              <a:gd name="connsiteY93" fmla="*/ 4498975 h 6858000"/>
              <a:gd name="connsiteX94" fmla="*/ 4638271 w 4693698"/>
              <a:gd name="connsiteY94" fmla="*/ 4537075 h 6858000"/>
              <a:gd name="connsiteX95" fmla="*/ 4655067 w 4693698"/>
              <a:gd name="connsiteY95" fmla="*/ 4579937 h 6858000"/>
              <a:gd name="connsiteX96" fmla="*/ 4670184 w 4693698"/>
              <a:gd name="connsiteY96" fmla="*/ 4625975 h 6858000"/>
              <a:gd name="connsiteX97" fmla="*/ 4681941 w 4693698"/>
              <a:gd name="connsiteY97" fmla="*/ 4678362 h 6858000"/>
              <a:gd name="connsiteX98" fmla="*/ 4690339 w 4693698"/>
              <a:gd name="connsiteY98" fmla="*/ 4738687 h 6858000"/>
              <a:gd name="connsiteX99" fmla="*/ 4693698 w 4693698"/>
              <a:gd name="connsiteY99" fmla="*/ 4806950 h 6858000"/>
              <a:gd name="connsiteX100" fmla="*/ 4690339 w 4693698"/>
              <a:gd name="connsiteY100" fmla="*/ 4875212 h 6858000"/>
              <a:gd name="connsiteX101" fmla="*/ 4681941 w 4693698"/>
              <a:gd name="connsiteY101" fmla="*/ 4935537 h 6858000"/>
              <a:gd name="connsiteX102" fmla="*/ 4670184 w 4693698"/>
              <a:gd name="connsiteY102" fmla="*/ 4987925 h 6858000"/>
              <a:gd name="connsiteX103" fmla="*/ 4655067 w 4693698"/>
              <a:gd name="connsiteY103" fmla="*/ 5033962 h 6858000"/>
              <a:gd name="connsiteX104" fmla="*/ 4638271 w 4693698"/>
              <a:gd name="connsiteY104" fmla="*/ 5075237 h 6858000"/>
              <a:gd name="connsiteX105" fmla="*/ 4618116 w 4693698"/>
              <a:gd name="connsiteY105" fmla="*/ 5114925 h 6858000"/>
              <a:gd name="connsiteX106" fmla="*/ 4597961 w 4693698"/>
              <a:gd name="connsiteY106" fmla="*/ 5149850 h 6858000"/>
              <a:gd name="connsiteX107" fmla="*/ 4577806 w 4693698"/>
              <a:gd name="connsiteY107" fmla="*/ 5186362 h 6858000"/>
              <a:gd name="connsiteX108" fmla="*/ 4559330 w 4693698"/>
              <a:gd name="connsiteY108" fmla="*/ 5226050 h 6858000"/>
              <a:gd name="connsiteX109" fmla="*/ 4540854 w 4693698"/>
              <a:gd name="connsiteY109" fmla="*/ 5268912 h 6858000"/>
              <a:gd name="connsiteX110" fmla="*/ 4525739 w 4693698"/>
              <a:gd name="connsiteY110" fmla="*/ 5313362 h 6858000"/>
              <a:gd name="connsiteX111" fmla="*/ 4515661 w 4693698"/>
              <a:gd name="connsiteY111" fmla="*/ 5365750 h 6858000"/>
              <a:gd name="connsiteX112" fmla="*/ 4505583 w 4693698"/>
              <a:gd name="connsiteY112" fmla="*/ 5426075 h 6858000"/>
              <a:gd name="connsiteX113" fmla="*/ 4503903 w 4693698"/>
              <a:gd name="connsiteY113" fmla="*/ 5494337 h 6858000"/>
              <a:gd name="connsiteX114" fmla="*/ 4505583 w 4693698"/>
              <a:gd name="connsiteY114" fmla="*/ 5562600 h 6858000"/>
              <a:gd name="connsiteX115" fmla="*/ 4515661 w 4693698"/>
              <a:gd name="connsiteY115" fmla="*/ 5622925 h 6858000"/>
              <a:gd name="connsiteX116" fmla="*/ 4525739 w 4693698"/>
              <a:gd name="connsiteY116" fmla="*/ 5675312 h 6858000"/>
              <a:gd name="connsiteX117" fmla="*/ 4540854 w 4693698"/>
              <a:gd name="connsiteY117" fmla="*/ 5721350 h 6858000"/>
              <a:gd name="connsiteX118" fmla="*/ 4559330 w 4693698"/>
              <a:gd name="connsiteY118" fmla="*/ 5762625 h 6858000"/>
              <a:gd name="connsiteX119" fmla="*/ 4577806 w 4693698"/>
              <a:gd name="connsiteY119" fmla="*/ 5802312 h 6858000"/>
              <a:gd name="connsiteX120" fmla="*/ 4597961 w 4693698"/>
              <a:gd name="connsiteY120" fmla="*/ 5840412 h 6858000"/>
              <a:gd name="connsiteX121" fmla="*/ 4618116 w 4693698"/>
              <a:gd name="connsiteY121" fmla="*/ 5876925 h 6858000"/>
              <a:gd name="connsiteX122" fmla="*/ 4638271 w 4693698"/>
              <a:gd name="connsiteY122" fmla="*/ 5915025 h 6858000"/>
              <a:gd name="connsiteX123" fmla="*/ 4655067 w 4693698"/>
              <a:gd name="connsiteY123" fmla="*/ 5956300 h 6858000"/>
              <a:gd name="connsiteX124" fmla="*/ 4670184 w 4693698"/>
              <a:gd name="connsiteY124" fmla="*/ 6003925 h 6858000"/>
              <a:gd name="connsiteX125" fmla="*/ 4681941 w 4693698"/>
              <a:gd name="connsiteY125" fmla="*/ 6056312 h 6858000"/>
              <a:gd name="connsiteX126" fmla="*/ 4690339 w 4693698"/>
              <a:gd name="connsiteY126" fmla="*/ 6113462 h 6858000"/>
              <a:gd name="connsiteX127" fmla="*/ 4693698 w 4693698"/>
              <a:gd name="connsiteY127" fmla="*/ 6183312 h 6858000"/>
              <a:gd name="connsiteX128" fmla="*/ 4690339 w 4693698"/>
              <a:gd name="connsiteY128" fmla="*/ 6251575 h 6858000"/>
              <a:gd name="connsiteX129" fmla="*/ 4681941 w 4693698"/>
              <a:gd name="connsiteY129" fmla="*/ 6311900 h 6858000"/>
              <a:gd name="connsiteX130" fmla="*/ 4670184 w 4693698"/>
              <a:gd name="connsiteY130" fmla="*/ 6361112 h 6858000"/>
              <a:gd name="connsiteX131" fmla="*/ 4655067 w 4693698"/>
              <a:gd name="connsiteY131" fmla="*/ 6407150 h 6858000"/>
              <a:gd name="connsiteX132" fmla="*/ 4638271 w 4693698"/>
              <a:gd name="connsiteY132" fmla="*/ 6448425 h 6858000"/>
              <a:gd name="connsiteX133" fmla="*/ 4619796 w 4693698"/>
              <a:gd name="connsiteY133" fmla="*/ 6488112 h 6858000"/>
              <a:gd name="connsiteX134" fmla="*/ 4601320 w 4693698"/>
              <a:gd name="connsiteY134" fmla="*/ 6523037 h 6858000"/>
              <a:gd name="connsiteX135" fmla="*/ 4581165 w 4693698"/>
              <a:gd name="connsiteY135" fmla="*/ 6561137 h 6858000"/>
              <a:gd name="connsiteX136" fmla="*/ 4561010 w 4693698"/>
              <a:gd name="connsiteY136" fmla="*/ 6597650 h 6858000"/>
              <a:gd name="connsiteX137" fmla="*/ 4544214 w 4693698"/>
              <a:gd name="connsiteY137" fmla="*/ 6640512 h 6858000"/>
              <a:gd name="connsiteX138" fmla="*/ 4527418 w 4693698"/>
              <a:gd name="connsiteY138" fmla="*/ 6683375 h 6858000"/>
              <a:gd name="connsiteX139" fmla="*/ 4517340 w 4693698"/>
              <a:gd name="connsiteY139" fmla="*/ 6735762 h 6858000"/>
              <a:gd name="connsiteX140" fmla="*/ 4508943 w 4693698"/>
              <a:gd name="connsiteY140" fmla="*/ 6791325 h 6858000"/>
              <a:gd name="connsiteX141" fmla="*/ 4503903 w 4693698"/>
              <a:gd name="connsiteY141" fmla="*/ 6858000 h 6858000"/>
              <a:gd name="connsiteX142" fmla="*/ 1582057 w 4693698"/>
              <a:gd name="connsiteY142" fmla="*/ 6858000 h 6858000"/>
              <a:gd name="connsiteX143" fmla="*/ 420914 w 4693698"/>
              <a:gd name="connsiteY143" fmla="*/ 6858000 h 6858000"/>
              <a:gd name="connsiteX144" fmla="*/ 0 w 4693698"/>
              <a:gd name="connsiteY14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</a:cxnLst>
            <a:rect l="l" t="t" r="r" b="b"/>
            <a:pathLst>
              <a:path w="4693698" h="6858000">
                <a:moveTo>
                  <a:pt x="0" y="0"/>
                </a:moveTo>
                <a:lnTo>
                  <a:pt x="420914" y="0"/>
                </a:lnTo>
                <a:lnTo>
                  <a:pt x="1582057" y="0"/>
                </a:lnTo>
                <a:lnTo>
                  <a:pt x="4503903" y="0"/>
                </a:lnTo>
                <a:lnTo>
                  <a:pt x="4508943" y="66675"/>
                </a:lnTo>
                <a:lnTo>
                  <a:pt x="4517340" y="122237"/>
                </a:lnTo>
                <a:lnTo>
                  <a:pt x="4527418" y="174625"/>
                </a:lnTo>
                <a:lnTo>
                  <a:pt x="4544214" y="217487"/>
                </a:lnTo>
                <a:lnTo>
                  <a:pt x="4561010" y="260350"/>
                </a:lnTo>
                <a:lnTo>
                  <a:pt x="4581165" y="296862"/>
                </a:lnTo>
                <a:lnTo>
                  <a:pt x="4601320" y="334962"/>
                </a:lnTo>
                <a:lnTo>
                  <a:pt x="4619796" y="369887"/>
                </a:lnTo>
                <a:lnTo>
                  <a:pt x="4638271" y="409575"/>
                </a:lnTo>
                <a:lnTo>
                  <a:pt x="4655067" y="450850"/>
                </a:lnTo>
                <a:lnTo>
                  <a:pt x="4670184" y="496887"/>
                </a:lnTo>
                <a:lnTo>
                  <a:pt x="4681941" y="546100"/>
                </a:lnTo>
                <a:lnTo>
                  <a:pt x="4690339" y="606425"/>
                </a:lnTo>
                <a:lnTo>
                  <a:pt x="4693698" y="673100"/>
                </a:lnTo>
                <a:lnTo>
                  <a:pt x="4690339" y="744537"/>
                </a:lnTo>
                <a:lnTo>
                  <a:pt x="4681941" y="801687"/>
                </a:lnTo>
                <a:lnTo>
                  <a:pt x="4670184" y="854075"/>
                </a:lnTo>
                <a:lnTo>
                  <a:pt x="4655067" y="901700"/>
                </a:lnTo>
                <a:lnTo>
                  <a:pt x="4638271" y="942975"/>
                </a:lnTo>
                <a:lnTo>
                  <a:pt x="4618116" y="981075"/>
                </a:lnTo>
                <a:lnTo>
                  <a:pt x="4597961" y="1017587"/>
                </a:lnTo>
                <a:lnTo>
                  <a:pt x="4577806" y="1055687"/>
                </a:lnTo>
                <a:lnTo>
                  <a:pt x="4559330" y="1095375"/>
                </a:lnTo>
                <a:lnTo>
                  <a:pt x="4540854" y="1136650"/>
                </a:lnTo>
                <a:lnTo>
                  <a:pt x="4525739" y="1182687"/>
                </a:lnTo>
                <a:lnTo>
                  <a:pt x="4515661" y="1235075"/>
                </a:lnTo>
                <a:lnTo>
                  <a:pt x="4505583" y="1295400"/>
                </a:lnTo>
                <a:lnTo>
                  <a:pt x="4503903" y="1363662"/>
                </a:lnTo>
                <a:lnTo>
                  <a:pt x="4505583" y="1431925"/>
                </a:lnTo>
                <a:lnTo>
                  <a:pt x="4515661" y="1492250"/>
                </a:lnTo>
                <a:lnTo>
                  <a:pt x="4525739" y="1544637"/>
                </a:lnTo>
                <a:lnTo>
                  <a:pt x="4540854" y="1589087"/>
                </a:lnTo>
                <a:lnTo>
                  <a:pt x="4559330" y="1631950"/>
                </a:lnTo>
                <a:lnTo>
                  <a:pt x="4577806" y="1671637"/>
                </a:lnTo>
                <a:lnTo>
                  <a:pt x="4597961" y="1708150"/>
                </a:lnTo>
                <a:lnTo>
                  <a:pt x="4618116" y="1743075"/>
                </a:lnTo>
                <a:lnTo>
                  <a:pt x="4638271" y="1782762"/>
                </a:lnTo>
                <a:lnTo>
                  <a:pt x="4655067" y="1824037"/>
                </a:lnTo>
                <a:lnTo>
                  <a:pt x="4670184" y="1870075"/>
                </a:lnTo>
                <a:lnTo>
                  <a:pt x="4681941" y="1922462"/>
                </a:lnTo>
                <a:lnTo>
                  <a:pt x="4690339" y="1982787"/>
                </a:lnTo>
                <a:lnTo>
                  <a:pt x="4693698" y="2051050"/>
                </a:lnTo>
                <a:lnTo>
                  <a:pt x="4690339" y="2119312"/>
                </a:lnTo>
                <a:lnTo>
                  <a:pt x="4681941" y="2179637"/>
                </a:lnTo>
                <a:lnTo>
                  <a:pt x="4670184" y="2232025"/>
                </a:lnTo>
                <a:lnTo>
                  <a:pt x="4655067" y="2278062"/>
                </a:lnTo>
                <a:lnTo>
                  <a:pt x="4638271" y="2319337"/>
                </a:lnTo>
                <a:lnTo>
                  <a:pt x="4618116" y="2359025"/>
                </a:lnTo>
                <a:lnTo>
                  <a:pt x="4597961" y="2395537"/>
                </a:lnTo>
                <a:lnTo>
                  <a:pt x="4577806" y="2433637"/>
                </a:lnTo>
                <a:lnTo>
                  <a:pt x="4559330" y="2471737"/>
                </a:lnTo>
                <a:lnTo>
                  <a:pt x="4540854" y="2513012"/>
                </a:lnTo>
                <a:lnTo>
                  <a:pt x="4525739" y="2560637"/>
                </a:lnTo>
                <a:lnTo>
                  <a:pt x="4515661" y="2613025"/>
                </a:lnTo>
                <a:lnTo>
                  <a:pt x="4505583" y="2671762"/>
                </a:lnTo>
                <a:lnTo>
                  <a:pt x="4503903" y="2741612"/>
                </a:lnTo>
                <a:lnTo>
                  <a:pt x="4505583" y="2809875"/>
                </a:lnTo>
                <a:lnTo>
                  <a:pt x="4515661" y="2868612"/>
                </a:lnTo>
                <a:lnTo>
                  <a:pt x="4525739" y="2922587"/>
                </a:lnTo>
                <a:lnTo>
                  <a:pt x="4540854" y="2967037"/>
                </a:lnTo>
                <a:lnTo>
                  <a:pt x="4559330" y="3009900"/>
                </a:lnTo>
                <a:lnTo>
                  <a:pt x="4577806" y="3046412"/>
                </a:lnTo>
                <a:lnTo>
                  <a:pt x="4597961" y="3084512"/>
                </a:lnTo>
                <a:lnTo>
                  <a:pt x="4618116" y="3121025"/>
                </a:lnTo>
                <a:lnTo>
                  <a:pt x="4638271" y="3160712"/>
                </a:lnTo>
                <a:lnTo>
                  <a:pt x="4655067" y="3201987"/>
                </a:lnTo>
                <a:lnTo>
                  <a:pt x="4670184" y="3248025"/>
                </a:lnTo>
                <a:lnTo>
                  <a:pt x="4681941" y="3300412"/>
                </a:lnTo>
                <a:lnTo>
                  <a:pt x="4690339" y="3360737"/>
                </a:lnTo>
                <a:lnTo>
                  <a:pt x="4693698" y="3427412"/>
                </a:lnTo>
                <a:lnTo>
                  <a:pt x="4690339" y="3497262"/>
                </a:lnTo>
                <a:lnTo>
                  <a:pt x="4681941" y="3557587"/>
                </a:lnTo>
                <a:lnTo>
                  <a:pt x="4670184" y="3609975"/>
                </a:lnTo>
                <a:lnTo>
                  <a:pt x="4655067" y="3656012"/>
                </a:lnTo>
                <a:lnTo>
                  <a:pt x="4638271" y="3697287"/>
                </a:lnTo>
                <a:lnTo>
                  <a:pt x="4618116" y="3736975"/>
                </a:lnTo>
                <a:lnTo>
                  <a:pt x="4577806" y="3811587"/>
                </a:lnTo>
                <a:lnTo>
                  <a:pt x="4559330" y="3848100"/>
                </a:lnTo>
                <a:lnTo>
                  <a:pt x="4540854" y="3890962"/>
                </a:lnTo>
                <a:lnTo>
                  <a:pt x="4525739" y="3935412"/>
                </a:lnTo>
                <a:lnTo>
                  <a:pt x="4515661" y="3987800"/>
                </a:lnTo>
                <a:lnTo>
                  <a:pt x="4505583" y="4048125"/>
                </a:lnTo>
                <a:lnTo>
                  <a:pt x="4503903" y="4116387"/>
                </a:lnTo>
                <a:lnTo>
                  <a:pt x="4505583" y="4186237"/>
                </a:lnTo>
                <a:lnTo>
                  <a:pt x="4515661" y="4244975"/>
                </a:lnTo>
                <a:lnTo>
                  <a:pt x="4525739" y="4297362"/>
                </a:lnTo>
                <a:lnTo>
                  <a:pt x="4540854" y="4343400"/>
                </a:lnTo>
                <a:lnTo>
                  <a:pt x="4559330" y="4386262"/>
                </a:lnTo>
                <a:lnTo>
                  <a:pt x="4577806" y="4424362"/>
                </a:lnTo>
                <a:lnTo>
                  <a:pt x="4618116" y="4498975"/>
                </a:lnTo>
                <a:lnTo>
                  <a:pt x="4638271" y="4537075"/>
                </a:lnTo>
                <a:lnTo>
                  <a:pt x="4655067" y="4579937"/>
                </a:lnTo>
                <a:lnTo>
                  <a:pt x="4670184" y="4625975"/>
                </a:lnTo>
                <a:lnTo>
                  <a:pt x="4681941" y="4678362"/>
                </a:lnTo>
                <a:lnTo>
                  <a:pt x="4690339" y="4738687"/>
                </a:lnTo>
                <a:lnTo>
                  <a:pt x="4693698" y="4806950"/>
                </a:lnTo>
                <a:lnTo>
                  <a:pt x="4690339" y="4875212"/>
                </a:lnTo>
                <a:lnTo>
                  <a:pt x="4681941" y="4935537"/>
                </a:lnTo>
                <a:lnTo>
                  <a:pt x="4670184" y="4987925"/>
                </a:lnTo>
                <a:lnTo>
                  <a:pt x="4655067" y="5033962"/>
                </a:lnTo>
                <a:lnTo>
                  <a:pt x="4638271" y="5075237"/>
                </a:lnTo>
                <a:lnTo>
                  <a:pt x="4618116" y="5114925"/>
                </a:lnTo>
                <a:lnTo>
                  <a:pt x="4597961" y="5149850"/>
                </a:lnTo>
                <a:lnTo>
                  <a:pt x="4577806" y="5186362"/>
                </a:lnTo>
                <a:lnTo>
                  <a:pt x="4559330" y="5226050"/>
                </a:lnTo>
                <a:lnTo>
                  <a:pt x="4540854" y="5268912"/>
                </a:lnTo>
                <a:lnTo>
                  <a:pt x="4525739" y="5313362"/>
                </a:lnTo>
                <a:lnTo>
                  <a:pt x="4515661" y="5365750"/>
                </a:lnTo>
                <a:lnTo>
                  <a:pt x="4505583" y="5426075"/>
                </a:lnTo>
                <a:lnTo>
                  <a:pt x="4503903" y="5494337"/>
                </a:lnTo>
                <a:lnTo>
                  <a:pt x="4505583" y="5562600"/>
                </a:lnTo>
                <a:lnTo>
                  <a:pt x="4515661" y="5622925"/>
                </a:lnTo>
                <a:lnTo>
                  <a:pt x="4525739" y="5675312"/>
                </a:lnTo>
                <a:lnTo>
                  <a:pt x="4540854" y="5721350"/>
                </a:lnTo>
                <a:lnTo>
                  <a:pt x="4559330" y="5762625"/>
                </a:lnTo>
                <a:lnTo>
                  <a:pt x="4577806" y="5802312"/>
                </a:lnTo>
                <a:lnTo>
                  <a:pt x="4597961" y="5840412"/>
                </a:lnTo>
                <a:lnTo>
                  <a:pt x="4618116" y="5876925"/>
                </a:lnTo>
                <a:lnTo>
                  <a:pt x="4638271" y="5915025"/>
                </a:lnTo>
                <a:lnTo>
                  <a:pt x="4655067" y="5956300"/>
                </a:lnTo>
                <a:lnTo>
                  <a:pt x="4670184" y="6003925"/>
                </a:lnTo>
                <a:lnTo>
                  <a:pt x="4681941" y="6056312"/>
                </a:lnTo>
                <a:lnTo>
                  <a:pt x="4690339" y="6113462"/>
                </a:lnTo>
                <a:lnTo>
                  <a:pt x="4693698" y="6183312"/>
                </a:lnTo>
                <a:lnTo>
                  <a:pt x="4690339" y="6251575"/>
                </a:lnTo>
                <a:lnTo>
                  <a:pt x="4681941" y="6311900"/>
                </a:lnTo>
                <a:lnTo>
                  <a:pt x="4670184" y="6361112"/>
                </a:lnTo>
                <a:lnTo>
                  <a:pt x="4655067" y="6407150"/>
                </a:lnTo>
                <a:lnTo>
                  <a:pt x="4638271" y="6448425"/>
                </a:lnTo>
                <a:lnTo>
                  <a:pt x="4619796" y="6488112"/>
                </a:lnTo>
                <a:lnTo>
                  <a:pt x="4601320" y="6523037"/>
                </a:lnTo>
                <a:lnTo>
                  <a:pt x="4581165" y="6561137"/>
                </a:lnTo>
                <a:lnTo>
                  <a:pt x="4561010" y="6597650"/>
                </a:lnTo>
                <a:lnTo>
                  <a:pt x="4544214" y="6640512"/>
                </a:lnTo>
                <a:lnTo>
                  <a:pt x="4527418" y="6683375"/>
                </a:lnTo>
                <a:lnTo>
                  <a:pt x="4517340" y="6735762"/>
                </a:lnTo>
                <a:lnTo>
                  <a:pt x="4508943" y="6791325"/>
                </a:lnTo>
                <a:lnTo>
                  <a:pt x="4503903" y="6858000"/>
                </a:lnTo>
                <a:lnTo>
                  <a:pt x="1582057" y="6858000"/>
                </a:lnTo>
                <a:lnTo>
                  <a:pt x="42091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4B9FAFB2-BEB5-4848-8018-BCAD99E2E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838076" cy="6858000"/>
          </a:xfrm>
          <a:custGeom>
            <a:avLst/>
            <a:gdLst>
              <a:gd name="connsiteX0" fmla="*/ 4838076 w 4838076"/>
              <a:gd name="connsiteY0" fmla="*/ 0 h 6858000"/>
              <a:gd name="connsiteX1" fmla="*/ 4417162 w 4838076"/>
              <a:gd name="connsiteY1" fmla="*/ 0 h 6858000"/>
              <a:gd name="connsiteX2" fmla="*/ 3459219 w 4838076"/>
              <a:gd name="connsiteY2" fmla="*/ 0 h 6858000"/>
              <a:gd name="connsiteX3" fmla="*/ 334174 w 4838076"/>
              <a:gd name="connsiteY3" fmla="*/ 0 h 6858000"/>
              <a:gd name="connsiteX4" fmla="*/ 334173 w 4838076"/>
              <a:gd name="connsiteY4" fmla="*/ 0 h 6858000"/>
              <a:gd name="connsiteX5" fmla="*/ 189795 w 4838076"/>
              <a:gd name="connsiteY5" fmla="*/ 0 h 6858000"/>
              <a:gd name="connsiteX6" fmla="*/ 184756 w 4838076"/>
              <a:gd name="connsiteY6" fmla="*/ 66675 h 6858000"/>
              <a:gd name="connsiteX7" fmla="*/ 176358 w 4838076"/>
              <a:gd name="connsiteY7" fmla="*/ 122237 h 6858000"/>
              <a:gd name="connsiteX8" fmla="*/ 166281 w 4838076"/>
              <a:gd name="connsiteY8" fmla="*/ 174625 h 6858000"/>
              <a:gd name="connsiteX9" fmla="*/ 149485 w 4838076"/>
              <a:gd name="connsiteY9" fmla="*/ 217487 h 6858000"/>
              <a:gd name="connsiteX10" fmla="*/ 132689 w 4838076"/>
              <a:gd name="connsiteY10" fmla="*/ 260350 h 6858000"/>
              <a:gd name="connsiteX11" fmla="*/ 112534 w 4838076"/>
              <a:gd name="connsiteY11" fmla="*/ 296862 h 6858000"/>
              <a:gd name="connsiteX12" fmla="*/ 92379 w 4838076"/>
              <a:gd name="connsiteY12" fmla="*/ 334962 h 6858000"/>
              <a:gd name="connsiteX13" fmla="*/ 73903 w 4838076"/>
              <a:gd name="connsiteY13" fmla="*/ 369887 h 6858000"/>
              <a:gd name="connsiteX14" fmla="*/ 55427 w 4838076"/>
              <a:gd name="connsiteY14" fmla="*/ 409575 h 6858000"/>
              <a:gd name="connsiteX15" fmla="*/ 38632 w 4838076"/>
              <a:gd name="connsiteY15" fmla="*/ 450850 h 6858000"/>
              <a:gd name="connsiteX16" fmla="*/ 23515 w 4838076"/>
              <a:gd name="connsiteY16" fmla="*/ 496887 h 6858000"/>
              <a:gd name="connsiteX17" fmla="*/ 11758 w 4838076"/>
              <a:gd name="connsiteY17" fmla="*/ 546100 h 6858000"/>
              <a:gd name="connsiteX18" fmla="*/ 3359 w 4838076"/>
              <a:gd name="connsiteY18" fmla="*/ 606425 h 6858000"/>
              <a:gd name="connsiteX19" fmla="*/ 0 w 4838076"/>
              <a:gd name="connsiteY19" fmla="*/ 673100 h 6858000"/>
              <a:gd name="connsiteX20" fmla="*/ 3359 w 4838076"/>
              <a:gd name="connsiteY20" fmla="*/ 744537 h 6858000"/>
              <a:gd name="connsiteX21" fmla="*/ 11758 w 4838076"/>
              <a:gd name="connsiteY21" fmla="*/ 801687 h 6858000"/>
              <a:gd name="connsiteX22" fmla="*/ 23515 w 4838076"/>
              <a:gd name="connsiteY22" fmla="*/ 854075 h 6858000"/>
              <a:gd name="connsiteX23" fmla="*/ 38632 w 4838076"/>
              <a:gd name="connsiteY23" fmla="*/ 901700 h 6858000"/>
              <a:gd name="connsiteX24" fmla="*/ 55427 w 4838076"/>
              <a:gd name="connsiteY24" fmla="*/ 942975 h 6858000"/>
              <a:gd name="connsiteX25" fmla="*/ 75583 w 4838076"/>
              <a:gd name="connsiteY25" fmla="*/ 981075 h 6858000"/>
              <a:gd name="connsiteX26" fmla="*/ 95738 w 4838076"/>
              <a:gd name="connsiteY26" fmla="*/ 1017587 h 6858000"/>
              <a:gd name="connsiteX27" fmla="*/ 115893 w 4838076"/>
              <a:gd name="connsiteY27" fmla="*/ 1055687 h 6858000"/>
              <a:gd name="connsiteX28" fmla="*/ 134368 w 4838076"/>
              <a:gd name="connsiteY28" fmla="*/ 1095375 h 6858000"/>
              <a:gd name="connsiteX29" fmla="*/ 152844 w 4838076"/>
              <a:gd name="connsiteY29" fmla="*/ 1136650 h 6858000"/>
              <a:gd name="connsiteX30" fmla="*/ 167960 w 4838076"/>
              <a:gd name="connsiteY30" fmla="*/ 1182687 h 6858000"/>
              <a:gd name="connsiteX31" fmla="*/ 178038 w 4838076"/>
              <a:gd name="connsiteY31" fmla="*/ 1235075 h 6858000"/>
              <a:gd name="connsiteX32" fmla="*/ 188115 w 4838076"/>
              <a:gd name="connsiteY32" fmla="*/ 1295400 h 6858000"/>
              <a:gd name="connsiteX33" fmla="*/ 189795 w 4838076"/>
              <a:gd name="connsiteY33" fmla="*/ 1363662 h 6858000"/>
              <a:gd name="connsiteX34" fmla="*/ 188115 w 4838076"/>
              <a:gd name="connsiteY34" fmla="*/ 1431925 h 6858000"/>
              <a:gd name="connsiteX35" fmla="*/ 178038 w 4838076"/>
              <a:gd name="connsiteY35" fmla="*/ 1492250 h 6858000"/>
              <a:gd name="connsiteX36" fmla="*/ 167960 w 4838076"/>
              <a:gd name="connsiteY36" fmla="*/ 1544637 h 6858000"/>
              <a:gd name="connsiteX37" fmla="*/ 152844 w 4838076"/>
              <a:gd name="connsiteY37" fmla="*/ 1589087 h 6858000"/>
              <a:gd name="connsiteX38" fmla="*/ 134368 w 4838076"/>
              <a:gd name="connsiteY38" fmla="*/ 1631950 h 6858000"/>
              <a:gd name="connsiteX39" fmla="*/ 115893 w 4838076"/>
              <a:gd name="connsiteY39" fmla="*/ 1671637 h 6858000"/>
              <a:gd name="connsiteX40" fmla="*/ 95738 w 4838076"/>
              <a:gd name="connsiteY40" fmla="*/ 1708150 h 6858000"/>
              <a:gd name="connsiteX41" fmla="*/ 75583 w 4838076"/>
              <a:gd name="connsiteY41" fmla="*/ 1743075 h 6858000"/>
              <a:gd name="connsiteX42" fmla="*/ 55427 w 4838076"/>
              <a:gd name="connsiteY42" fmla="*/ 1782762 h 6858000"/>
              <a:gd name="connsiteX43" fmla="*/ 38632 w 4838076"/>
              <a:gd name="connsiteY43" fmla="*/ 1824037 h 6858000"/>
              <a:gd name="connsiteX44" fmla="*/ 23515 w 4838076"/>
              <a:gd name="connsiteY44" fmla="*/ 1870075 h 6858000"/>
              <a:gd name="connsiteX45" fmla="*/ 11758 w 4838076"/>
              <a:gd name="connsiteY45" fmla="*/ 1922462 h 6858000"/>
              <a:gd name="connsiteX46" fmla="*/ 3359 w 4838076"/>
              <a:gd name="connsiteY46" fmla="*/ 1982787 h 6858000"/>
              <a:gd name="connsiteX47" fmla="*/ 0 w 4838076"/>
              <a:gd name="connsiteY47" fmla="*/ 2051050 h 6858000"/>
              <a:gd name="connsiteX48" fmla="*/ 3359 w 4838076"/>
              <a:gd name="connsiteY48" fmla="*/ 2119312 h 6858000"/>
              <a:gd name="connsiteX49" fmla="*/ 11758 w 4838076"/>
              <a:gd name="connsiteY49" fmla="*/ 2179637 h 6858000"/>
              <a:gd name="connsiteX50" fmla="*/ 23515 w 4838076"/>
              <a:gd name="connsiteY50" fmla="*/ 2232025 h 6858000"/>
              <a:gd name="connsiteX51" fmla="*/ 38632 w 4838076"/>
              <a:gd name="connsiteY51" fmla="*/ 2278062 h 6858000"/>
              <a:gd name="connsiteX52" fmla="*/ 55427 w 4838076"/>
              <a:gd name="connsiteY52" fmla="*/ 2319337 h 6858000"/>
              <a:gd name="connsiteX53" fmla="*/ 75583 w 4838076"/>
              <a:gd name="connsiteY53" fmla="*/ 2359025 h 6858000"/>
              <a:gd name="connsiteX54" fmla="*/ 95738 w 4838076"/>
              <a:gd name="connsiteY54" fmla="*/ 2395537 h 6858000"/>
              <a:gd name="connsiteX55" fmla="*/ 115893 w 4838076"/>
              <a:gd name="connsiteY55" fmla="*/ 2433637 h 6858000"/>
              <a:gd name="connsiteX56" fmla="*/ 134368 w 4838076"/>
              <a:gd name="connsiteY56" fmla="*/ 2471737 h 6858000"/>
              <a:gd name="connsiteX57" fmla="*/ 152844 w 4838076"/>
              <a:gd name="connsiteY57" fmla="*/ 2513012 h 6858000"/>
              <a:gd name="connsiteX58" fmla="*/ 167960 w 4838076"/>
              <a:gd name="connsiteY58" fmla="*/ 2560637 h 6858000"/>
              <a:gd name="connsiteX59" fmla="*/ 178038 w 4838076"/>
              <a:gd name="connsiteY59" fmla="*/ 2613025 h 6858000"/>
              <a:gd name="connsiteX60" fmla="*/ 188115 w 4838076"/>
              <a:gd name="connsiteY60" fmla="*/ 2671762 h 6858000"/>
              <a:gd name="connsiteX61" fmla="*/ 189795 w 4838076"/>
              <a:gd name="connsiteY61" fmla="*/ 2741612 h 6858000"/>
              <a:gd name="connsiteX62" fmla="*/ 188115 w 4838076"/>
              <a:gd name="connsiteY62" fmla="*/ 2809875 h 6858000"/>
              <a:gd name="connsiteX63" fmla="*/ 178038 w 4838076"/>
              <a:gd name="connsiteY63" fmla="*/ 2868612 h 6858000"/>
              <a:gd name="connsiteX64" fmla="*/ 167960 w 4838076"/>
              <a:gd name="connsiteY64" fmla="*/ 2922587 h 6858000"/>
              <a:gd name="connsiteX65" fmla="*/ 152844 w 4838076"/>
              <a:gd name="connsiteY65" fmla="*/ 2967037 h 6858000"/>
              <a:gd name="connsiteX66" fmla="*/ 134368 w 4838076"/>
              <a:gd name="connsiteY66" fmla="*/ 3009900 h 6858000"/>
              <a:gd name="connsiteX67" fmla="*/ 115893 w 4838076"/>
              <a:gd name="connsiteY67" fmla="*/ 3046412 h 6858000"/>
              <a:gd name="connsiteX68" fmla="*/ 95738 w 4838076"/>
              <a:gd name="connsiteY68" fmla="*/ 3084512 h 6858000"/>
              <a:gd name="connsiteX69" fmla="*/ 75583 w 4838076"/>
              <a:gd name="connsiteY69" fmla="*/ 3121025 h 6858000"/>
              <a:gd name="connsiteX70" fmla="*/ 55427 w 4838076"/>
              <a:gd name="connsiteY70" fmla="*/ 3160712 h 6858000"/>
              <a:gd name="connsiteX71" fmla="*/ 38632 w 4838076"/>
              <a:gd name="connsiteY71" fmla="*/ 3201987 h 6858000"/>
              <a:gd name="connsiteX72" fmla="*/ 23515 w 4838076"/>
              <a:gd name="connsiteY72" fmla="*/ 3248025 h 6858000"/>
              <a:gd name="connsiteX73" fmla="*/ 11758 w 4838076"/>
              <a:gd name="connsiteY73" fmla="*/ 3300412 h 6858000"/>
              <a:gd name="connsiteX74" fmla="*/ 3359 w 4838076"/>
              <a:gd name="connsiteY74" fmla="*/ 3360737 h 6858000"/>
              <a:gd name="connsiteX75" fmla="*/ 0 w 4838076"/>
              <a:gd name="connsiteY75" fmla="*/ 3427412 h 6858000"/>
              <a:gd name="connsiteX76" fmla="*/ 3359 w 4838076"/>
              <a:gd name="connsiteY76" fmla="*/ 3497262 h 6858000"/>
              <a:gd name="connsiteX77" fmla="*/ 11758 w 4838076"/>
              <a:gd name="connsiteY77" fmla="*/ 3557587 h 6858000"/>
              <a:gd name="connsiteX78" fmla="*/ 23515 w 4838076"/>
              <a:gd name="connsiteY78" fmla="*/ 3609975 h 6858000"/>
              <a:gd name="connsiteX79" fmla="*/ 38632 w 4838076"/>
              <a:gd name="connsiteY79" fmla="*/ 3656012 h 6858000"/>
              <a:gd name="connsiteX80" fmla="*/ 55427 w 4838076"/>
              <a:gd name="connsiteY80" fmla="*/ 3697287 h 6858000"/>
              <a:gd name="connsiteX81" fmla="*/ 75583 w 4838076"/>
              <a:gd name="connsiteY81" fmla="*/ 3736975 h 6858000"/>
              <a:gd name="connsiteX82" fmla="*/ 115893 w 4838076"/>
              <a:gd name="connsiteY82" fmla="*/ 3811587 h 6858000"/>
              <a:gd name="connsiteX83" fmla="*/ 134368 w 4838076"/>
              <a:gd name="connsiteY83" fmla="*/ 3848100 h 6858000"/>
              <a:gd name="connsiteX84" fmla="*/ 152844 w 4838076"/>
              <a:gd name="connsiteY84" fmla="*/ 3890962 h 6858000"/>
              <a:gd name="connsiteX85" fmla="*/ 167960 w 4838076"/>
              <a:gd name="connsiteY85" fmla="*/ 3935412 h 6858000"/>
              <a:gd name="connsiteX86" fmla="*/ 178038 w 4838076"/>
              <a:gd name="connsiteY86" fmla="*/ 3987800 h 6858000"/>
              <a:gd name="connsiteX87" fmla="*/ 188115 w 4838076"/>
              <a:gd name="connsiteY87" fmla="*/ 4048125 h 6858000"/>
              <a:gd name="connsiteX88" fmla="*/ 189795 w 4838076"/>
              <a:gd name="connsiteY88" fmla="*/ 4116387 h 6858000"/>
              <a:gd name="connsiteX89" fmla="*/ 188115 w 4838076"/>
              <a:gd name="connsiteY89" fmla="*/ 4186237 h 6858000"/>
              <a:gd name="connsiteX90" fmla="*/ 178038 w 4838076"/>
              <a:gd name="connsiteY90" fmla="*/ 4244975 h 6858000"/>
              <a:gd name="connsiteX91" fmla="*/ 167960 w 4838076"/>
              <a:gd name="connsiteY91" fmla="*/ 4297362 h 6858000"/>
              <a:gd name="connsiteX92" fmla="*/ 152844 w 4838076"/>
              <a:gd name="connsiteY92" fmla="*/ 4343400 h 6858000"/>
              <a:gd name="connsiteX93" fmla="*/ 134368 w 4838076"/>
              <a:gd name="connsiteY93" fmla="*/ 4386262 h 6858000"/>
              <a:gd name="connsiteX94" fmla="*/ 115893 w 4838076"/>
              <a:gd name="connsiteY94" fmla="*/ 4424362 h 6858000"/>
              <a:gd name="connsiteX95" fmla="*/ 75583 w 4838076"/>
              <a:gd name="connsiteY95" fmla="*/ 4498975 h 6858000"/>
              <a:gd name="connsiteX96" fmla="*/ 55427 w 4838076"/>
              <a:gd name="connsiteY96" fmla="*/ 4537075 h 6858000"/>
              <a:gd name="connsiteX97" fmla="*/ 38632 w 4838076"/>
              <a:gd name="connsiteY97" fmla="*/ 4579937 h 6858000"/>
              <a:gd name="connsiteX98" fmla="*/ 23515 w 4838076"/>
              <a:gd name="connsiteY98" fmla="*/ 4625975 h 6858000"/>
              <a:gd name="connsiteX99" fmla="*/ 11758 w 4838076"/>
              <a:gd name="connsiteY99" fmla="*/ 4678362 h 6858000"/>
              <a:gd name="connsiteX100" fmla="*/ 3359 w 4838076"/>
              <a:gd name="connsiteY100" fmla="*/ 4738687 h 6858000"/>
              <a:gd name="connsiteX101" fmla="*/ 0 w 4838076"/>
              <a:gd name="connsiteY101" fmla="*/ 4806950 h 6858000"/>
              <a:gd name="connsiteX102" fmla="*/ 3359 w 4838076"/>
              <a:gd name="connsiteY102" fmla="*/ 4875212 h 6858000"/>
              <a:gd name="connsiteX103" fmla="*/ 11758 w 4838076"/>
              <a:gd name="connsiteY103" fmla="*/ 4935537 h 6858000"/>
              <a:gd name="connsiteX104" fmla="*/ 23515 w 4838076"/>
              <a:gd name="connsiteY104" fmla="*/ 4987925 h 6858000"/>
              <a:gd name="connsiteX105" fmla="*/ 38632 w 4838076"/>
              <a:gd name="connsiteY105" fmla="*/ 5033962 h 6858000"/>
              <a:gd name="connsiteX106" fmla="*/ 55427 w 4838076"/>
              <a:gd name="connsiteY106" fmla="*/ 5075237 h 6858000"/>
              <a:gd name="connsiteX107" fmla="*/ 75583 w 4838076"/>
              <a:gd name="connsiteY107" fmla="*/ 5114925 h 6858000"/>
              <a:gd name="connsiteX108" fmla="*/ 95738 w 4838076"/>
              <a:gd name="connsiteY108" fmla="*/ 5149850 h 6858000"/>
              <a:gd name="connsiteX109" fmla="*/ 115893 w 4838076"/>
              <a:gd name="connsiteY109" fmla="*/ 5186362 h 6858000"/>
              <a:gd name="connsiteX110" fmla="*/ 134368 w 4838076"/>
              <a:gd name="connsiteY110" fmla="*/ 5226050 h 6858000"/>
              <a:gd name="connsiteX111" fmla="*/ 152844 w 4838076"/>
              <a:gd name="connsiteY111" fmla="*/ 5268912 h 6858000"/>
              <a:gd name="connsiteX112" fmla="*/ 167960 w 4838076"/>
              <a:gd name="connsiteY112" fmla="*/ 5313362 h 6858000"/>
              <a:gd name="connsiteX113" fmla="*/ 178038 w 4838076"/>
              <a:gd name="connsiteY113" fmla="*/ 5365750 h 6858000"/>
              <a:gd name="connsiteX114" fmla="*/ 188115 w 4838076"/>
              <a:gd name="connsiteY114" fmla="*/ 5426075 h 6858000"/>
              <a:gd name="connsiteX115" fmla="*/ 189795 w 4838076"/>
              <a:gd name="connsiteY115" fmla="*/ 5494337 h 6858000"/>
              <a:gd name="connsiteX116" fmla="*/ 188115 w 4838076"/>
              <a:gd name="connsiteY116" fmla="*/ 5562600 h 6858000"/>
              <a:gd name="connsiteX117" fmla="*/ 178038 w 4838076"/>
              <a:gd name="connsiteY117" fmla="*/ 5622925 h 6858000"/>
              <a:gd name="connsiteX118" fmla="*/ 167960 w 4838076"/>
              <a:gd name="connsiteY118" fmla="*/ 5675312 h 6858000"/>
              <a:gd name="connsiteX119" fmla="*/ 152844 w 4838076"/>
              <a:gd name="connsiteY119" fmla="*/ 5721350 h 6858000"/>
              <a:gd name="connsiteX120" fmla="*/ 134368 w 4838076"/>
              <a:gd name="connsiteY120" fmla="*/ 5762625 h 6858000"/>
              <a:gd name="connsiteX121" fmla="*/ 115893 w 4838076"/>
              <a:gd name="connsiteY121" fmla="*/ 5802312 h 6858000"/>
              <a:gd name="connsiteX122" fmla="*/ 95738 w 4838076"/>
              <a:gd name="connsiteY122" fmla="*/ 5840412 h 6858000"/>
              <a:gd name="connsiteX123" fmla="*/ 75583 w 4838076"/>
              <a:gd name="connsiteY123" fmla="*/ 5876925 h 6858000"/>
              <a:gd name="connsiteX124" fmla="*/ 55427 w 4838076"/>
              <a:gd name="connsiteY124" fmla="*/ 5915025 h 6858000"/>
              <a:gd name="connsiteX125" fmla="*/ 38632 w 4838076"/>
              <a:gd name="connsiteY125" fmla="*/ 5956300 h 6858000"/>
              <a:gd name="connsiteX126" fmla="*/ 23515 w 4838076"/>
              <a:gd name="connsiteY126" fmla="*/ 6003925 h 6858000"/>
              <a:gd name="connsiteX127" fmla="*/ 11758 w 4838076"/>
              <a:gd name="connsiteY127" fmla="*/ 6056312 h 6858000"/>
              <a:gd name="connsiteX128" fmla="*/ 3359 w 4838076"/>
              <a:gd name="connsiteY128" fmla="*/ 6113462 h 6858000"/>
              <a:gd name="connsiteX129" fmla="*/ 0 w 4838076"/>
              <a:gd name="connsiteY129" fmla="*/ 6183312 h 6858000"/>
              <a:gd name="connsiteX130" fmla="*/ 3359 w 4838076"/>
              <a:gd name="connsiteY130" fmla="*/ 6251575 h 6858000"/>
              <a:gd name="connsiteX131" fmla="*/ 11758 w 4838076"/>
              <a:gd name="connsiteY131" fmla="*/ 6311900 h 6858000"/>
              <a:gd name="connsiteX132" fmla="*/ 23515 w 4838076"/>
              <a:gd name="connsiteY132" fmla="*/ 6361112 h 6858000"/>
              <a:gd name="connsiteX133" fmla="*/ 38632 w 4838076"/>
              <a:gd name="connsiteY133" fmla="*/ 6407150 h 6858000"/>
              <a:gd name="connsiteX134" fmla="*/ 55427 w 4838076"/>
              <a:gd name="connsiteY134" fmla="*/ 6448425 h 6858000"/>
              <a:gd name="connsiteX135" fmla="*/ 73903 w 4838076"/>
              <a:gd name="connsiteY135" fmla="*/ 6488112 h 6858000"/>
              <a:gd name="connsiteX136" fmla="*/ 92379 w 4838076"/>
              <a:gd name="connsiteY136" fmla="*/ 6523037 h 6858000"/>
              <a:gd name="connsiteX137" fmla="*/ 112534 w 4838076"/>
              <a:gd name="connsiteY137" fmla="*/ 6561137 h 6858000"/>
              <a:gd name="connsiteX138" fmla="*/ 132689 w 4838076"/>
              <a:gd name="connsiteY138" fmla="*/ 6597650 h 6858000"/>
              <a:gd name="connsiteX139" fmla="*/ 149485 w 4838076"/>
              <a:gd name="connsiteY139" fmla="*/ 6640512 h 6858000"/>
              <a:gd name="connsiteX140" fmla="*/ 166281 w 4838076"/>
              <a:gd name="connsiteY140" fmla="*/ 6683375 h 6858000"/>
              <a:gd name="connsiteX141" fmla="*/ 176358 w 4838076"/>
              <a:gd name="connsiteY141" fmla="*/ 6735762 h 6858000"/>
              <a:gd name="connsiteX142" fmla="*/ 184756 w 4838076"/>
              <a:gd name="connsiteY142" fmla="*/ 6791325 h 6858000"/>
              <a:gd name="connsiteX143" fmla="*/ 189795 w 4838076"/>
              <a:gd name="connsiteY143" fmla="*/ 6858000 h 6858000"/>
              <a:gd name="connsiteX144" fmla="*/ 334173 w 4838076"/>
              <a:gd name="connsiteY144" fmla="*/ 6858000 h 6858000"/>
              <a:gd name="connsiteX145" fmla="*/ 334174 w 4838076"/>
              <a:gd name="connsiteY145" fmla="*/ 6858000 h 6858000"/>
              <a:gd name="connsiteX146" fmla="*/ 3459219 w 4838076"/>
              <a:gd name="connsiteY146" fmla="*/ 6858000 h 6858000"/>
              <a:gd name="connsiteX147" fmla="*/ 4417162 w 4838076"/>
              <a:gd name="connsiteY147" fmla="*/ 6858000 h 6858000"/>
              <a:gd name="connsiteX148" fmla="*/ 4838076 w 4838076"/>
              <a:gd name="connsiteY14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</a:cxnLst>
            <a:rect l="l" t="t" r="r" b="b"/>
            <a:pathLst>
              <a:path w="4838076" h="6858000">
                <a:moveTo>
                  <a:pt x="4838076" y="0"/>
                </a:moveTo>
                <a:lnTo>
                  <a:pt x="4417162" y="0"/>
                </a:lnTo>
                <a:lnTo>
                  <a:pt x="3459219" y="0"/>
                </a:lnTo>
                <a:lnTo>
                  <a:pt x="334174" y="0"/>
                </a:lnTo>
                <a:lnTo>
                  <a:pt x="334173" y="0"/>
                </a:lnTo>
                <a:lnTo>
                  <a:pt x="189795" y="0"/>
                </a:lnTo>
                <a:lnTo>
                  <a:pt x="184756" y="66675"/>
                </a:lnTo>
                <a:lnTo>
                  <a:pt x="176358" y="122237"/>
                </a:lnTo>
                <a:lnTo>
                  <a:pt x="166281" y="174625"/>
                </a:lnTo>
                <a:lnTo>
                  <a:pt x="149485" y="217487"/>
                </a:lnTo>
                <a:lnTo>
                  <a:pt x="132689" y="260350"/>
                </a:lnTo>
                <a:lnTo>
                  <a:pt x="112534" y="296862"/>
                </a:lnTo>
                <a:lnTo>
                  <a:pt x="92379" y="334962"/>
                </a:lnTo>
                <a:lnTo>
                  <a:pt x="73903" y="369887"/>
                </a:lnTo>
                <a:lnTo>
                  <a:pt x="55427" y="409575"/>
                </a:lnTo>
                <a:lnTo>
                  <a:pt x="38632" y="450850"/>
                </a:lnTo>
                <a:lnTo>
                  <a:pt x="23515" y="496887"/>
                </a:lnTo>
                <a:lnTo>
                  <a:pt x="11758" y="546100"/>
                </a:lnTo>
                <a:lnTo>
                  <a:pt x="3359" y="606425"/>
                </a:lnTo>
                <a:lnTo>
                  <a:pt x="0" y="673100"/>
                </a:lnTo>
                <a:lnTo>
                  <a:pt x="3359" y="744537"/>
                </a:lnTo>
                <a:lnTo>
                  <a:pt x="11758" y="801687"/>
                </a:lnTo>
                <a:lnTo>
                  <a:pt x="23515" y="854075"/>
                </a:lnTo>
                <a:lnTo>
                  <a:pt x="38632" y="901700"/>
                </a:lnTo>
                <a:lnTo>
                  <a:pt x="55427" y="942975"/>
                </a:lnTo>
                <a:lnTo>
                  <a:pt x="75583" y="981075"/>
                </a:lnTo>
                <a:lnTo>
                  <a:pt x="95738" y="1017587"/>
                </a:lnTo>
                <a:lnTo>
                  <a:pt x="115893" y="1055687"/>
                </a:lnTo>
                <a:lnTo>
                  <a:pt x="134368" y="1095375"/>
                </a:lnTo>
                <a:lnTo>
                  <a:pt x="152844" y="1136650"/>
                </a:lnTo>
                <a:lnTo>
                  <a:pt x="167960" y="1182687"/>
                </a:lnTo>
                <a:lnTo>
                  <a:pt x="178038" y="1235075"/>
                </a:lnTo>
                <a:lnTo>
                  <a:pt x="188115" y="1295400"/>
                </a:lnTo>
                <a:lnTo>
                  <a:pt x="189795" y="1363662"/>
                </a:lnTo>
                <a:lnTo>
                  <a:pt x="188115" y="1431925"/>
                </a:lnTo>
                <a:lnTo>
                  <a:pt x="178038" y="1492250"/>
                </a:lnTo>
                <a:lnTo>
                  <a:pt x="167960" y="1544637"/>
                </a:lnTo>
                <a:lnTo>
                  <a:pt x="152844" y="1589087"/>
                </a:lnTo>
                <a:lnTo>
                  <a:pt x="134368" y="1631950"/>
                </a:lnTo>
                <a:lnTo>
                  <a:pt x="115893" y="1671637"/>
                </a:lnTo>
                <a:lnTo>
                  <a:pt x="95738" y="1708150"/>
                </a:lnTo>
                <a:lnTo>
                  <a:pt x="75583" y="1743075"/>
                </a:lnTo>
                <a:lnTo>
                  <a:pt x="55427" y="1782762"/>
                </a:lnTo>
                <a:lnTo>
                  <a:pt x="38632" y="1824037"/>
                </a:lnTo>
                <a:lnTo>
                  <a:pt x="23515" y="1870075"/>
                </a:lnTo>
                <a:lnTo>
                  <a:pt x="11758" y="1922462"/>
                </a:lnTo>
                <a:lnTo>
                  <a:pt x="3359" y="1982787"/>
                </a:lnTo>
                <a:lnTo>
                  <a:pt x="0" y="2051050"/>
                </a:lnTo>
                <a:lnTo>
                  <a:pt x="3359" y="2119312"/>
                </a:lnTo>
                <a:lnTo>
                  <a:pt x="11758" y="2179637"/>
                </a:lnTo>
                <a:lnTo>
                  <a:pt x="23515" y="2232025"/>
                </a:lnTo>
                <a:lnTo>
                  <a:pt x="38632" y="2278062"/>
                </a:lnTo>
                <a:lnTo>
                  <a:pt x="55427" y="2319337"/>
                </a:lnTo>
                <a:lnTo>
                  <a:pt x="75583" y="2359025"/>
                </a:lnTo>
                <a:lnTo>
                  <a:pt x="95738" y="2395537"/>
                </a:lnTo>
                <a:lnTo>
                  <a:pt x="115893" y="2433637"/>
                </a:lnTo>
                <a:lnTo>
                  <a:pt x="134368" y="2471737"/>
                </a:lnTo>
                <a:lnTo>
                  <a:pt x="152844" y="2513012"/>
                </a:lnTo>
                <a:lnTo>
                  <a:pt x="167960" y="2560637"/>
                </a:lnTo>
                <a:lnTo>
                  <a:pt x="178038" y="2613025"/>
                </a:lnTo>
                <a:lnTo>
                  <a:pt x="188115" y="2671762"/>
                </a:lnTo>
                <a:lnTo>
                  <a:pt x="189795" y="2741612"/>
                </a:lnTo>
                <a:lnTo>
                  <a:pt x="188115" y="2809875"/>
                </a:lnTo>
                <a:lnTo>
                  <a:pt x="178038" y="2868612"/>
                </a:lnTo>
                <a:lnTo>
                  <a:pt x="167960" y="2922587"/>
                </a:lnTo>
                <a:lnTo>
                  <a:pt x="152844" y="2967037"/>
                </a:lnTo>
                <a:lnTo>
                  <a:pt x="134368" y="3009900"/>
                </a:lnTo>
                <a:lnTo>
                  <a:pt x="115893" y="3046412"/>
                </a:lnTo>
                <a:lnTo>
                  <a:pt x="95738" y="3084512"/>
                </a:lnTo>
                <a:lnTo>
                  <a:pt x="75583" y="3121025"/>
                </a:lnTo>
                <a:lnTo>
                  <a:pt x="55427" y="3160712"/>
                </a:lnTo>
                <a:lnTo>
                  <a:pt x="38632" y="3201987"/>
                </a:lnTo>
                <a:lnTo>
                  <a:pt x="23515" y="3248025"/>
                </a:lnTo>
                <a:lnTo>
                  <a:pt x="11758" y="3300412"/>
                </a:lnTo>
                <a:lnTo>
                  <a:pt x="3359" y="3360737"/>
                </a:lnTo>
                <a:lnTo>
                  <a:pt x="0" y="3427412"/>
                </a:lnTo>
                <a:lnTo>
                  <a:pt x="3359" y="3497262"/>
                </a:lnTo>
                <a:lnTo>
                  <a:pt x="11758" y="3557587"/>
                </a:lnTo>
                <a:lnTo>
                  <a:pt x="23515" y="3609975"/>
                </a:lnTo>
                <a:lnTo>
                  <a:pt x="38632" y="3656012"/>
                </a:lnTo>
                <a:lnTo>
                  <a:pt x="55427" y="3697287"/>
                </a:lnTo>
                <a:lnTo>
                  <a:pt x="75583" y="3736975"/>
                </a:lnTo>
                <a:lnTo>
                  <a:pt x="115893" y="3811587"/>
                </a:lnTo>
                <a:lnTo>
                  <a:pt x="134368" y="3848100"/>
                </a:lnTo>
                <a:lnTo>
                  <a:pt x="152844" y="3890962"/>
                </a:lnTo>
                <a:lnTo>
                  <a:pt x="167960" y="3935412"/>
                </a:lnTo>
                <a:lnTo>
                  <a:pt x="178038" y="3987800"/>
                </a:lnTo>
                <a:lnTo>
                  <a:pt x="188115" y="4048125"/>
                </a:lnTo>
                <a:lnTo>
                  <a:pt x="189795" y="4116387"/>
                </a:lnTo>
                <a:lnTo>
                  <a:pt x="188115" y="4186237"/>
                </a:lnTo>
                <a:lnTo>
                  <a:pt x="178038" y="4244975"/>
                </a:lnTo>
                <a:lnTo>
                  <a:pt x="167960" y="4297362"/>
                </a:lnTo>
                <a:lnTo>
                  <a:pt x="152844" y="4343400"/>
                </a:lnTo>
                <a:lnTo>
                  <a:pt x="134368" y="4386262"/>
                </a:lnTo>
                <a:lnTo>
                  <a:pt x="115893" y="4424362"/>
                </a:lnTo>
                <a:lnTo>
                  <a:pt x="75583" y="4498975"/>
                </a:lnTo>
                <a:lnTo>
                  <a:pt x="55427" y="4537075"/>
                </a:lnTo>
                <a:lnTo>
                  <a:pt x="38632" y="4579937"/>
                </a:lnTo>
                <a:lnTo>
                  <a:pt x="23515" y="4625975"/>
                </a:lnTo>
                <a:lnTo>
                  <a:pt x="11758" y="4678362"/>
                </a:lnTo>
                <a:lnTo>
                  <a:pt x="3359" y="4738687"/>
                </a:lnTo>
                <a:lnTo>
                  <a:pt x="0" y="4806950"/>
                </a:lnTo>
                <a:lnTo>
                  <a:pt x="3359" y="4875212"/>
                </a:lnTo>
                <a:lnTo>
                  <a:pt x="11758" y="4935537"/>
                </a:lnTo>
                <a:lnTo>
                  <a:pt x="23515" y="4987925"/>
                </a:lnTo>
                <a:lnTo>
                  <a:pt x="38632" y="5033962"/>
                </a:lnTo>
                <a:lnTo>
                  <a:pt x="55427" y="5075237"/>
                </a:lnTo>
                <a:lnTo>
                  <a:pt x="75583" y="5114925"/>
                </a:lnTo>
                <a:lnTo>
                  <a:pt x="95738" y="5149850"/>
                </a:lnTo>
                <a:lnTo>
                  <a:pt x="115893" y="5186362"/>
                </a:lnTo>
                <a:lnTo>
                  <a:pt x="134368" y="5226050"/>
                </a:lnTo>
                <a:lnTo>
                  <a:pt x="152844" y="5268912"/>
                </a:lnTo>
                <a:lnTo>
                  <a:pt x="167960" y="5313362"/>
                </a:lnTo>
                <a:lnTo>
                  <a:pt x="178038" y="5365750"/>
                </a:lnTo>
                <a:lnTo>
                  <a:pt x="188115" y="5426075"/>
                </a:lnTo>
                <a:lnTo>
                  <a:pt x="189795" y="5494337"/>
                </a:lnTo>
                <a:lnTo>
                  <a:pt x="188115" y="5562600"/>
                </a:lnTo>
                <a:lnTo>
                  <a:pt x="178038" y="5622925"/>
                </a:lnTo>
                <a:lnTo>
                  <a:pt x="167960" y="5675312"/>
                </a:lnTo>
                <a:lnTo>
                  <a:pt x="152844" y="5721350"/>
                </a:lnTo>
                <a:lnTo>
                  <a:pt x="134368" y="5762625"/>
                </a:lnTo>
                <a:lnTo>
                  <a:pt x="115893" y="5802312"/>
                </a:lnTo>
                <a:lnTo>
                  <a:pt x="95738" y="5840412"/>
                </a:lnTo>
                <a:lnTo>
                  <a:pt x="75583" y="5876925"/>
                </a:lnTo>
                <a:lnTo>
                  <a:pt x="55427" y="5915025"/>
                </a:lnTo>
                <a:lnTo>
                  <a:pt x="38632" y="5956300"/>
                </a:lnTo>
                <a:lnTo>
                  <a:pt x="23515" y="6003925"/>
                </a:lnTo>
                <a:lnTo>
                  <a:pt x="11758" y="6056312"/>
                </a:lnTo>
                <a:lnTo>
                  <a:pt x="3359" y="6113462"/>
                </a:lnTo>
                <a:lnTo>
                  <a:pt x="0" y="6183312"/>
                </a:lnTo>
                <a:lnTo>
                  <a:pt x="3359" y="6251575"/>
                </a:lnTo>
                <a:lnTo>
                  <a:pt x="11758" y="6311900"/>
                </a:lnTo>
                <a:lnTo>
                  <a:pt x="23515" y="6361112"/>
                </a:lnTo>
                <a:lnTo>
                  <a:pt x="38632" y="6407150"/>
                </a:lnTo>
                <a:lnTo>
                  <a:pt x="55427" y="6448425"/>
                </a:lnTo>
                <a:lnTo>
                  <a:pt x="73903" y="6488112"/>
                </a:lnTo>
                <a:lnTo>
                  <a:pt x="92379" y="6523037"/>
                </a:lnTo>
                <a:lnTo>
                  <a:pt x="112534" y="6561137"/>
                </a:lnTo>
                <a:lnTo>
                  <a:pt x="132689" y="6597650"/>
                </a:lnTo>
                <a:lnTo>
                  <a:pt x="149485" y="6640512"/>
                </a:lnTo>
                <a:lnTo>
                  <a:pt x="166281" y="6683375"/>
                </a:lnTo>
                <a:lnTo>
                  <a:pt x="176358" y="6735762"/>
                </a:lnTo>
                <a:lnTo>
                  <a:pt x="184756" y="6791325"/>
                </a:lnTo>
                <a:lnTo>
                  <a:pt x="189795" y="6858000"/>
                </a:lnTo>
                <a:lnTo>
                  <a:pt x="334173" y="6858000"/>
                </a:lnTo>
                <a:lnTo>
                  <a:pt x="334174" y="6858000"/>
                </a:lnTo>
                <a:lnTo>
                  <a:pt x="3459219" y="6858000"/>
                </a:lnTo>
                <a:lnTo>
                  <a:pt x="4417162" y="6858000"/>
                </a:lnTo>
                <a:lnTo>
                  <a:pt x="4838076" y="6858000"/>
                </a:lnTo>
                <a:close/>
              </a:path>
            </a:pathLst>
          </a:custGeom>
          <a:solidFill>
            <a:schemeClr val="accent1">
              <a:lumMod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0C5C83-28DF-2E4B-B7D7-5919C893F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051" y="662400"/>
            <a:ext cx="3384000" cy="1492132"/>
          </a:xfrm>
        </p:spPr>
        <p:txBody>
          <a:bodyPr anchor="t">
            <a:normAutofit/>
          </a:bodyPr>
          <a:lstStyle/>
          <a:p>
            <a:r>
              <a:rPr lang="en-US" sz="2400" u="sng">
                <a:solidFill>
                  <a:schemeClr val="bg1"/>
                </a:solidFill>
              </a:rPr>
              <a:t>Findings/Visualizations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B9B09175-54EB-4C82-B6E8-7A9C2B5A9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051" y="2286000"/>
            <a:ext cx="3384000" cy="3844800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chemeClr val="bg1">
                    <a:alpha val="60000"/>
                  </a:schemeClr>
                </a:solidFill>
              </a:rPr>
              <a:t>There were more crimes committed in parks for Q3 of 2020</a:t>
            </a:r>
          </a:p>
          <a:p>
            <a:endParaRPr lang="en-US" sz="2000">
              <a:solidFill>
                <a:schemeClr val="bg1">
                  <a:alpha val="60000"/>
                </a:schemeClr>
              </a:solidFill>
            </a:endParaRPr>
          </a:p>
          <a:p>
            <a:r>
              <a:rPr lang="en-US" sz="2000">
                <a:solidFill>
                  <a:schemeClr val="bg1">
                    <a:alpha val="60000"/>
                  </a:schemeClr>
                </a:solidFill>
              </a:rPr>
              <a:t>The borough with the highest number of crimes were different for each quarter</a:t>
            </a:r>
          </a:p>
          <a:p>
            <a:endParaRPr lang="en-US" sz="2000">
              <a:solidFill>
                <a:schemeClr val="bg1">
                  <a:alpha val="60000"/>
                </a:schemeClr>
              </a:solidFill>
            </a:endParaRPr>
          </a:p>
          <a:p>
            <a:r>
              <a:rPr lang="en-US" sz="2000">
                <a:solidFill>
                  <a:schemeClr val="bg1">
                    <a:alpha val="60000"/>
                  </a:schemeClr>
                </a:solidFill>
              </a:rPr>
              <a:t>Despite COVID, crime stats were still higher</a:t>
            </a:r>
          </a:p>
        </p:txBody>
      </p:sp>
      <p:pic>
        <p:nvPicPr>
          <p:cNvPr id="32" name="Picture 31" descr="Chart, bar chart&#10;&#10;Description automatically generated">
            <a:extLst>
              <a:ext uri="{FF2B5EF4-FFF2-40B4-BE49-F238E27FC236}">
                <a16:creationId xmlns:a16="http://schemas.microsoft.com/office/drawing/2014/main" id="{7AD11FD9-00A8-4540-B1EF-4D70F159D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103" y="1442434"/>
            <a:ext cx="3369472" cy="3354603"/>
          </a:xfrm>
          <a:prstGeom prst="rect">
            <a:avLst/>
          </a:prstGeom>
        </p:spPr>
      </p:pic>
      <p:pic>
        <p:nvPicPr>
          <p:cNvPr id="36" name="Picture 35" descr="Chart, bar chart&#10;&#10;Description automatically generated">
            <a:extLst>
              <a:ext uri="{FF2B5EF4-FFF2-40B4-BE49-F238E27FC236}">
                <a16:creationId xmlns:a16="http://schemas.microsoft.com/office/drawing/2014/main" id="{56C27C63-6D53-0544-9B28-0A4217685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2717" y="1442434"/>
            <a:ext cx="3501908" cy="335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823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29">
            <a:extLst>
              <a:ext uri="{FF2B5EF4-FFF2-40B4-BE49-F238E27FC236}">
                <a16:creationId xmlns:a16="http://schemas.microsoft.com/office/drawing/2014/main" id="{C232B152-3720-4D3B-97ED-45CE5483F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1">
            <a:extLst>
              <a:ext uri="{FF2B5EF4-FFF2-40B4-BE49-F238E27FC236}">
                <a16:creationId xmlns:a16="http://schemas.microsoft.com/office/drawing/2014/main" id="{11BAB570-FF10-4E96-8A3F-FA9804702B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4693698" cy="6858000"/>
          </a:xfrm>
          <a:custGeom>
            <a:avLst/>
            <a:gdLst>
              <a:gd name="connsiteX0" fmla="*/ 0 w 4693698"/>
              <a:gd name="connsiteY0" fmla="*/ 0 h 6858000"/>
              <a:gd name="connsiteX1" fmla="*/ 420914 w 4693698"/>
              <a:gd name="connsiteY1" fmla="*/ 0 h 6858000"/>
              <a:gd name="connsiteX2" fmla="*/ 1582057 w 4693698"/>
              <a:gd name="connsiteY2" fmla="*/ 0 h 6858000"/>
              <a:gd name="connsiteX3" fmla="*/ 4503903 w 4693698"/>
              <a:gd name="connsiteY3" fmla="*/ 0 h 6858000"/>
              <a:gd name="connsiteX4" fmla="*/ 4508943 w 4693698"/>
              <a:gd name="connsiteY4" fmla="*/ 66675 h 6858000"/>
              <a:gd name="connsiteX5" fmla="*/ 4517340 w 4693698"/>
              <a:gd name="connsiteY5" fmla="*/ 122237 h 6858000"/>
              <a:gd name="connsiteX6" fmla="*/ 4527418 w 4693698"/>
              <a:gd name="connsiteY6" fmla="*/ 174625 h 6858000"/>
              <a:gd name="connsiteX7" fmla="*/ 4544214 w 4693698"/>
              <a:gd name="connsiteY7" fmla="*/ 217487 h 6858000"/>
              <a:gd name="connsiteX8" fmla="*/ 4561010 w 4693698"/>
              <a:gd name="connsiteY8" fmla="*/ 260350 h 6858000"/>
              <a:gd name="connsiteX9" fmla="*/ 4581165 w 4693698"/>
              <a:gd name="connsiteY9" fmla="*/ 296862 h 6858000"/>
              <a:gd name="connsiteX10" fmla="*/ 4601320 w 4693698"/>
              <a:gd name="connsiteY10" fmla="*/ 334962 h 6858000"/>
              <a:gd name="connsiteX11" fmla="*/ 4619796 w 4693698"/>
              <a:gd name="connsiteY11" fmla="*/ 369887 h 6858000"/>
              <a:gd name="connsiteX12" fmla="*/ 4638271 w 4693698"/>
              <a:gd name="connsiteY12" fmla="*/ 409575 h 6858000"/>
              <a:gd name="connsiteX13" fmla="*/ 4655067 w 4693698"/>
              <a:gd name="connsiteY13" fmla="*/ 450850 h 6858000"/>
              <a:gd name="connsiteX14" fmla="*/ 4670184 w 4693698"/>
              <a:gd name="connsiteY14" fmla="*/ 496887 h 6858000"/>
              <a:gd name="connsiteX15" fmla="*/ 4681941 w 4693698"/>
              <a:gd name="connsiteY15" fmla="*/ 546100 h 6858000"/>
              <a:gd name="connsiteX16" fmla="*/ 4690339 w 4693698"/>
              <a:gd name="connsiteY16" fmla="*/ 606425 h 6858000"/>
              <a:gd name="connsiteX17" fmla="*/ 4693698 w 4693698"/>
              <a:gd name="connsiteY17" fmla="*/ 673100 h 6858000"/>
              <a:gd name="connsiteX18" fmla="*/ 4690339 w 4693698"/>
              <a:gd name="connsiteY18" fmla="*/ 744537 h 6858000"/>
              <a:gd name="connsiteX19" fmla="*/ 4681941 w 4693698"/>
              <a:gd name="connsiteY19" fmla="*/ 801687 h 6858000"/>
              <a:gd name="connsiteX20" fmla="*/ 4670184 w 4693698"/>
              <a:gd name="connsiteY20" fmla="*/ 854075 h 6858000"/>
              <a:gd name="connsiteX21" fmla="*/ 4655067 w 4693698"/>
              <a:gd name="connsiteY21" fmla="*/ 901700 h 6858000"/>
              <a:gd name="connsiteX22" fmla="*/ 4638271 w 4693698"/>
              <a:gd name="connsiteY22" fmla="*/ 942975 h 6858000"/>
              <a:gd name="connsiteX23" fmla="*/ 4618116 w 4693698"/>
              <a:gd name="connsiteY23" fmla="*/ 981075 h 6858000"/>
              <a:gd name="connsiteX24" fmla="*/ 4597961 w 4693698"/>
              <a:gd name="connsiteY24" fmla="*/ 1017587 h 6858000"/>
              <a:gd name="connsiteX25" fmla="*/ 4577806 w 4693698"/>
              <a:gd name="connsiteY25" fmla="*/ 1055687 h 6858000"/>
              <a:gd name="connsiteX26" fmla="*/ 4559330 w 4693698"/>
              <a:gd name="connsiteY26" fmla="*/ 1095375 h 6858000"/>
              <a:gd name="connsiteX27" fmla="*/ 4540854 w 4693698"/>
              <a:gd name="connsiteY27" fmla="*/ 1136650 h 6858000"/>
              <a:gd name="connsiteX28" fmla="*/ 4525739 w 4693698"/>
              <a:gd name="connsiteY28" fmla="*/ 1182687 h 6858000"/>
              <a:gd name="connsiteX29" fmla="*/ 4515661 w 4693698"/>
              <a:gd name="connsiteY29" fmla="*/ 1235075 h 6858000"/>
              <a:gd name="connsiteX30" fmla="*/ 4505583 w 4693698"/>
              <a:gd name="connsiteY30" fmla="*/ 1295400 h 6858000"/>
              <a:gd name="connsiteX31" fmla="*/ 4503903 w 4693698"/>
              <a:gd name="connsiteY31" fmla="*/ 1363662 h 6858000"/>
              <a:gd name="connsiteX32" fmla="*/ 4505583 w 4693698"/>
              <a:gd name="connsiteY32" fmla="*/ 1431925 h 6858000"/>
              <a:gd name="connsiteX33" fmla="*/ 4515661 w 4693698"/>
              <a:gd name="connsiteY33" fmla="*/ 1492250 h 6858000"/>
              <a:gd name="connsiteX34" fmla="*/ 4525739 w 4693698"/>
              <a:gd name="connsiteY34" fmla="*/ 1544637 h 6858000"/>
              <a:gd name="connsiteX35" fmla="*/ 4540854 w 4693698"/>
              <a:gd name="connsiteY35" fmla="*/ 1589087 h 6858000"/>
              <a:gd name="connsiteX36" fmla="*/ 4559330 w 4693698"/>
              <a:gd name="connsiteY36" fmla="*/ 1631950 h 6858000"/>
              <a:gd name="connsiteX37" fmla="*/ 4577806 w 4693698"/>
              <a:gd name="connsiteY37" fmla="*/ 1671637 h 6858000"/>
              <a:gd name="connsiteX38" fmla="*/ 4597961 w 4693698"/>
              <a:gd name="connsiteY38" fmla="*/ 1708150 h 6858000"/>
              <a:gd name="connsiteX39" fmla="*/ 4618116 w 4693698"/>
              <a:gd name="connsiteY39" fmla="*/ 1743075 h 6858000"/>
              <a:gd name="connsiteX40" fmla="*/ 4638271 w 4693698"/>
              <a:gd name="connsiteY40" fmla="*/ 1782762 h 6858000"/>
              <a:gd name="connsiteX41" fmla="*/ 4655067 w 4693698"/>
              <a:gd name="connsiteY41" fmla="*/ 1824037 h 6858000"/>
              <a:gd name="connsiteX42" fmla="*/ 4670184 w 4693698"/>
              <a:gd name="connsiteY42" fmla="*/ 1870075 h 6858000"/>
              <a:gd name="connsiteX43" fmla="*/ 4681941 w 4693698"/>
              <a:gd name="connsiteY43" fmla="*/ 1922462 h 6858000"/>
              <a:gd name="connsiteX44" fmla="*/ 4690339 w 4693698"/>
              <a:gd name="connsiteY44" fmla="*/ 1982787 h 6858000"/>
              <a:gd name="connsiteX45" fmla="*/ 4693698 w 4693698"/>
              <a:gd name="connsiteY45" fmla="*/ 2051050 h 6858000"/>
              <a:gd name="connsiteX46" fmla="*/ 4690339 w 4693698"/>
              <a:gd name="connsiteY46" fmla="*/ 2119312 h 6858000"/>
              <a:gd name="connsiteX47" fmla="*/ 4681941 w 4693698"/>
              <a:gd name="connsiteY47" fmla="*/ 2179637 h 6858000"/>
              <a:gd name="connsiteX48" fmla="*/ 4670184 w 4693698"/>
              <a:gd name="connsiteY48" fmla="*/ 2232025 h 6858000"/>
              <a:gd name="connsiteX49" fmla="*/ 4655067 w 4693698"/>
              <a:gd name="connsiteY49" fmla="*/ 2278062 h 6858000"/>
              <a:gd name="connsiteX50" fmla="*/ 4638271 w 4693698"/>
              <a:gd name="connsiteY50" fmla="*/ 2319337 h 6858000"/>
              <a:gd name="connsiteX51" fmla="*/ 4618116 w 4693698"/>
              <a:gd name="connsiteY51" fmla="*/ 2359025 h 6858000"/>
              <a:gd name="connsiteX52" fmla="*/ 4597961 w 4693698"/>
              <a:gd name="connsiteY52" fmla="*/ 2395537 h 6858000"/>
              <a:gd name="connsiteX53" fmla="*/ 4577806 w 4693698"/>
              <a:gd name="connsiteY53" fmla="*/ 2433637 h 6858000"/>
              <a:gd name="connsiteX54" fmla="*/ 4559330 w 4693698"/>
              <a:gd name="connsiteY54" fmla="*/ 2471737 h 6858000"/>
              <a:gd name="connsiteX55" fmla="*/ 4540854 w 4693698"/>
              <a:gd name="connsiteY55" fmla="*/ 2513012 h 6858000"/>
              <a:gd name="connsiteX56" fmla="*/ 4525739 w 4693698"/>
              <a:gd name="connsiteY56" fmla="*/ 2560637 h 6858000"/>
              <a:gd name="connsiteX57" fmla="*/ 4515661 w 4693698"/>
              <a:gd name="connsiteY57" fmla="*/ 2613025 h 6858000"/>
              <a:gd name="connsiteX58" fmla="*/ 4505583 w 4693698"/>
              <a:gd name="connsiteY58" fmla="*/ 2671762 h 6858000"/>
              <a:gd name="connsiteX59" fmla="*/ 4503903 w 4693698"/>
              <a:gd name="connsiteY59" fmla="*/ 2741612 h 6858000"/>
              <a:gd name="connsiteX60" fmla="*/ 4505583 w 4693698"/>
              <a:gd name="connsiteY60" fmla="*/ 2809875 h 6858000"/>
              <a:gd name="connsiteX61" fmla="*/ 4515661 w 4693698"/>
              <a:gd name="connsiteY61" fmla="*/ 2868612 h 6858000"/>
              <a:gd name="connsiteX62" fmla="*/ 4525739 w 4693698"/>
              <a:gd name="connsiteY62" fmla="*/ 2922587 h 6858000"/>
              <a:gd name="connsiteX63" fmla="*/ 4540854 w 4693698"/>
              <a:gd name="connsiteY63" fmla="*/ 2967037 h 6858000"/>
              <a:gd name="connsiteX64" fmla="*/ 4559330 w 4693698"/>
              <a:gd name="connsiteY64" fmla="*/ 3009900 h 6858000"/>
              <a:gd name="connsiteX65" fmla="*/ 4577806 w 4693698"/>
              <a:gd name="connsiteY65" fmla="*/ 3046412 h 6858000"/>
              <a:gd name="connsiteX66" fmla="*/ 4597961 w 4693698"/>
              <a:gd name="connsiteY66" fmla="*/ 3084512 h 6858000"/>
              <a:gd name="connsiteX67" fmla="*/ 4618116 w 4693698"/>
              <a:gd name="connsiteY67" fmla="*/ 3121025 h 6858000"/>
              <a:gd name="connsiteX68" fmla="*/ 4638271 w 4693698"/>
              <a:gd name="connsiteY68" fmla="*/ 3160712 h 6858000"/>
              <a:gd name="connsiteX69" fmla="*/ 4655067 w 4693698"/>
              <a:gd name="connsiteY69" fmla="*/ 3201987 h 6858000"/>
              <a:gd name="connsiteX70" fmla="*/ 4670184 w 4693698"/>
              <a:gd name="connsiteY70" fmla="*/ 3248025 h 6858000"/>
              <a:gd name="connsiteX71" fmla="*/ 4681941 w 4693698"/>
              <a:gd name="connsiteY71" fmla="*/ 3300412 h 6858000"/>
              <a:gd name="connsiteX72" fmla="*/ 4690339 w 4693698"/>
              <a:gd name="connsiteY72" fmla="*/ 3360737 h 6858000"/>
              <a:gd name="connsiteX73" fmla="*/ 4693698 w 4693698"/>
              <a:gd name="connsiteY73" fmla="*/ 3427412 h 6858000"/>
              <a:gd name="connsiteX74" fmla="*/ 4690339 w 4693698"/>
              <a:gd name="connsiteY74" fmla="*/ 3497262 h 6858000"/>
              <a:gd name="connsiteX75" fmla="*/ 4681941 w 4693698"/>
              <a:gd name="connsiteY75" fmla="*/ 3557587 h 6858000"/>
              <a:gd name="connsiteX76" fmla="*/ 4670184 w 4693698"/>
              <a:gd name="connsiteY76" fmla="*/ 3609975 h 6858000"/>
              <a:gd name="connsiteX77" fmla="*/ 4655067 w 4693698"/>
              <a:gd name="connsiteY77" fmla="*/ 3656012 h 6858000"/>
              <a:gd name="connsiteX78" fmla="*/ 4638271 w 4693698"/>
              <a:gd name="connsiteY78" fmla="*/ 3697287 h 6858000"/>
              <a:gd name="connsiteX79" fmla="*/ 4618116 w 4693698"/>
              <a:gd name="connsiteY79" fmla="*/ 3736975 h 6858000"/>
              <a:gd name="connsiteX80" fmla="*/ 4577806 w 4693698"/>
              <a:gd name="connsiteY80" fmla="*/ 3811587 h 6858000"/>
              <a:gd name="connsiteX81" fmla="*/ 4559330 w 4693698"/>
              <a:gd name="connsiteY81" fmla="*/ 3848100 h 6858000"/>
              <a:gd name="connsiteX82" fmla="*/ 4540854 w 4693698"/>
              <a:gd name="connsiteY82" fmla="*/ 3890962 h 6858000"/>
              <a:gd name="connsiteX83" fmla="*/ 4525739 w 4693698"/>
              <a:gd name="connsiteY83" fmla="*/ 3935412 h 6858000"/>
              <a:gd name="connsiteX84" fmla="*/ 4515661 w 4693698"/>
              <a:gd name="connsiteY84" fmla="*/ 3987800 h 6858000"/>
              <a:gd name="connsiteX85" fmla="*/ 4505583 w 4693698"/>
              <a:gd name="connsiteY85" fmla="*/ 4048125 h 6858000"/>
              <a:gd name="connsiteX86" fmla="*/ 4503903 w 4693698"/>
              <a:gd name="connsiteY86" fmla="*/ 4116387 h 6858000"/>
              <a:gd name="connsiteX87" fmla="*/ 4505583 w 4693698"/>
              <a:gd name="connsiteY87" fmla="*/ 4186237 h 6858000"/>
              <a:gd name="connsiteX88" fmla="*/ 4515661 w 4693698"/>
              <a:gd name="connsiteY88" fmla="*/ 4244975 h 6858000"/>
              <a:gd name="connsiteX89" fmla="*/ 4525739 w 4693698"/>
              <a:gd name="connsiteY89" fmla="*/ 4297362 h 6858000"/>
              <a:gd name="connsiteX90" fmla="*/ 4540854 w 4693698"/>
              <a:gd name="connsiteY90" fmla="*/ 4343400 h 6858000"/>
              <a:gd name="connsiteX91" fmla="*/ 4559330 w 4693698"/>
              <a:gd name="connsiteY91" fmla="*/ 4386262 h 6858000"/>
              <a:gd name="connsiteX92" fmla="*/ 4577806 w 4693698"/>
              <a:gd name="connsiteY92" fmla="*/ 4424362 h 6858000"/>
              <a:gd name="connsiteX93" fmla="*/ 4618116 w 4693698"/>
              <a:gd name="connsiteY93" fmla="*/ 4498975 h 6858000"/>
              <a:gd name="connsiteX94" fmla="*/ 4638271 w 4693698"/>
              <a:gd name="connsiteY94" fmla="*/ 4537075 h 6858000"/>
              <a:gd name="connsiteX95" fmla="*/ 4655067 w 4693698"/>
              <a:gd name="connsiteY95" fmla="*/ 4579937 h 6858000"/>
              <a:gd name="connsiteX96" fmla="*/ 4670184 w 4693698"/>
              <a:gd name="connsiteY96" fmla="*/ 4625975 h 6858000"/>
              <a:gd name="connsiteX97" fmla="*/ 4681941 w 4693698"/>
              <a:gd name="connsiteY97" fmla="*/ 4678362 h 6858000"/>
              <a:gd name="connsiteX98" fmla="*/ 4690339 w 4693698"/>
              <a:gd name="connsiteY98" fmla="*/ 4738687 h 6858000"/>
              <a:gd name="connsiteX99" fmla="*/ 4693698 w 4693698"/>
              <a:gd name="connsiteY99" fmla="*/ 4806950 h 6858000"/>
              <a:gd name="connsiteX100" fmla="*/ 4690339 w 4693698"/>
              <a:gd name="connsiteY100" fmla="*/ 4875212 h 6858000"/>
              <a:gd name="connsiteX101" fmla="*/ 4681941 w 4693698"/>
              <a:gd name="connsiteY101" fmla="*/ 4935537 h 6858000"/>
              <a:gd name="connsiteX102" fmla="*/ 4670184 w 4693698"/>
              <a:gd name="connsiteY102" fmla="*/ 4987925 h 6858000"/>
              <a:gd name="connsiteX103" fmla="*/ 4655067 w 4693698"/>
              <a:gd name="connsiteY103" fmla="*/ 5033962 h 6858000"/>
              <a:gd name="connsiteX104" fmla="*/ 4638271 w 4693698"/>
              <a:gd name="connsiteY104" fmla="*/ 5075237 h 6858000"/>
              <a:gd name="connsiteX105" fmla="*/ 4618116 w 4693698"/>
              <a:gd name="connsiteY105" fmla="*/ 5114925 h 6858000"/>
              <a:gd name="connsiteX106" fmla="*/ 4597961 w 4693698"/>
              <a:gd name="connsiteY106" fmla="*/ 5149850 h 6858000"/>
              <a:gd name="connsiteX107" fmla="*/ 4577806 w 4693698"/>
              <a:gd name="connsiteY107" fmla="*/ 5186362 h 6858000"/>
              <a:gd name="connsiteX108" fmla="*/ 4559330 w 4693698"/>
              <a:gd name="connsiteY108" fmla="*/ 5226050 h 6858000"/>
              <a:gd name="connsiteX109" fmla="*/ 4540854 w 4693698"/>
              <a:gd name="connsiteY109" fmla="*/ 5268912 h 6858000"/>
              <a:gd name="connsiteX110" fmla="*/ 4525739 w 4693698"/>
              <a:gd name="connsiteY110" fmla="*/ 5313362 h 6858000"/>
              <a:gd name="connsiteX111" fmla="*/ 4515661 w 4693698"/>
              <a:gd name="connsiteY111" fmla="*/ 5365750 h 6858000"/>
              <a:gd name="connsiteX112" fmla="*/ 4505583 w 4693698"/>
              <a:gd name="connsiteY112" fmla="*/ 5426075 h 6858000"/>
              <a:gd name="connsiteX113" fmla="*/ 4503903 w 4693698"/>
              <a:gd name="connsiteY113" fmla="*/ 5494337 h 6858000"/>
              <a:gd name="connsiteX114" fmla="*/ 4505583 w 4693698"/>
              <a:gd name="connsiteY114" fmla="*/ 5562600 h 6858000"/>
              <a:gd name="connsiteX115" fmla="*/ 4515661 w 4693698"/>
              <a:gd name="connsiteY115" fmla="*/ 5622925 h 6858000"/>
              <a:gd name="connsiteX116" fmla="*/ 4525739 w 4693698"/>
              <a:gd name="connsiteY116" fmla="*/ 5675312 h 6858000"/>
              <a:gd name="connsiteX117" fmla="*/ 4540854 w 4693698"/>
              <a:gd name="connsiteY117" fmla="*/ 5721350 h 6858000"/>
              <a:gd name="connsiteX118" fmla="*/ 4559330 w 4693698"/>
              <a:gd name="connsiteY118" fmla="*/ 5762625 h 6858000"/>
              <a:gd name="connsiteX119" fmla="*/ 4577806 w 4693698"/>
              <a:gd name="connsiteY119" fmla="*/ 5802312 h 6858000"/>
              <a:gd name="connsiteX120" fmla="*/ 4597961 w 4693698"/>
              <a:gd name="connsiteY120" fmla="*/ 5840412 h 6858000"/>
              <a:gd name="connsiteX121" fmla="*/ 4618116 w 4693698"/>
              <a:gd name="connsiteY121" fmla="*/ 5876925 h 6858000"/>
              <a:gd name="connsiteX122" fmla="*/ 4638271 w 4693698"/>
              <a:gd name="connsiteY122" fmla="*/ 5915025 h 6858000"/>
              <a:gd name="connsiteX123" fmla="*/ 4655067 w 4693698"/>
              <a:gd name="connsiteY123" fmla="*/ 5956300 h 6858000"/>
              <a:gd name="connsiteX124" fmla="*/ 4670184 w 4693698"/>
              <a:gd name="connsiteY124" fmla="*/ 6003925 h 6858000"/>
              <a:gd name="connsiteX125" fmla="*/ 4681941 w 4693698"/>
              <a:gd name="connsiteY125" fmla="*/ 6056312 h 6858000"/>
              <a:gd name="connsiteX126" fmla="*/ 4690339 w 4693698"/>
              <a:gd name="connsiteY126" fmla="*/ 6113462 h 6858000"/>
              <a:gd name="connsiteX127" fmla="*/ 4693698 w 4693698"/>
              <a:gd name="connsiteY127" fmla="*/ 6183312 h 6858000"/>
              <a:gd name="connsiteX128" fmla="*/ 4690339 w 4693698"/>
              <a:gd name="connsiteY128" fmla="*/ 6251575 h 6858000"/>
              <a:gd name="connsiteX129" fmla="*/ 4681941 w 4693698"/>
              <a:gd name="connsiteY129" fmla="*/ 6311900 h 6858000"/>
              <a:gd name="connsiteX130" fmla="*/ 4670184 w 4693698"/>
              <a:gd name="connsiteY130" fmla="*/ 6361112 h 6858000"/>
              <a:gd name="connsiteX131" fmla="*/ 4655067 w 4693698"/>
              <a:gd name="connsiteY131" fmla="*/ 6407150 h 6858000"/>
              <a:gd name="connsiteX132" fmla="*/ 4638271 w 4693698"/>
              <a:gd name="connsiteY132" fmla="*/ 6448425 h 6858000"/>
              <a:gd name="connsiteX133" fmla="*/ 4619796 w 4693698"/>
              <a:gd name="connsiteY133" fmla="*/ 6488112 h 6858000"/>
              <a:gd name="connsiteX134" fmla="*/ 4601320 w 4693698"/>
              <a:gd name="connsiteY134" fmla="*/ 6523037 h 6858000"/>
              <a:gd name="connsiteX135" fmla="*/ 4581165 w 4693698"/>
              <a:gd name="connsiteY135" fmla="*/ 6561137 h 6858000"/>
              <a:gd name="connsiteX136" fmla="*/ 4561010 w 4693698"/>
              <a:gd name="connsiteY136" fmla="*/ 6597650 h 6858000"/>
              <a:gd name="connsiteX137" fmla="*/ 4544214 w 4693698"/>
              <a:gd name="connsiteY137" fmla="*/ 6640512 h 6858000"/>
              <a:gd name="connsiteX138" fmla="*/ 4527418 w 4693698"/>
              <a:gd name="connsiteY138" fmla="*/ 6683375 h 6858000"/>
              <a:gd name="connsiteX139" fmla="*/ 4517340 w 4693698"/>
              <a:gd name="connsiteY139" fmla="*/ 6735762 h 6858000"/>
              <a:gd name="connsiteX140" fmla="*/ 4508943 w 4693698"/>
              <a:gd name="connsiteY140" fmla="*/ 6791325 h 6858000"/>
              <a:gd name="connsiteX141" fmla="*/ 4503903 w 4693698"/>
              <a:gd name="connsiteY141" fmla="*/ 6858000 h 6858000"/>
              <a:gd name="connsiteX142" fmla="*/ 1582057 w 4693698"/>
              <a:gd name="connsiteY142" fmla="*/ 6858000 h 6858000"/>
              <a:gd name="connsiteX143" fmla="*/ 420914 w 4693698"/>
              <a:gd name="connsiteY143" fmla="*/ 6858000 h 6858000"/>
              <a:gd name="connsiteX144" fmla="*/ 0 w 4693698"/>
              <a:gd name="connsiteY14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</a:cxnLst>
            <a:rect l="l" t="t" r="r" b="b"/>
            <a:pathLst>
              <a:path w="4693698" h="6858000">
                <a:moveTo>
                  <a:pt x="0" y="0"/>
                </a:moveTo>
                <a:lnTo>
                  <a:pt x="420914" y="0"/>
                </a:lnTo>
                <a:lnTo>
                  <a:pt x="1582057" y="0"/>
                </a:lnTo>
                <a:lnTo>
                  <a:pt x="4503903" y="0"/>
                </a:lnTo>
                <a:lnTo>
                  <a:pt x="4508943" y="66675"/>
                </a:lnTo>
                <a:lnTo>
                  <a:pt x="4517340" y="122237"/>
                </a:lnTo>
                <a:lnTo>
                  <a:pt x="4527418" y="174625"/>
                </a:lnTo>
                <a:lnTo>
                  <a:pt x="4544214" y="217487"/>
                </a:lnTo>
                <a:lnTo>
                  <a:pt x="4561010" y="260350"/>
                </a:lnTo>
                <a:lnTo>
                  <a:pt x="4581165" y="296862"/>
                </a:lnTo>
                <a:lnTo>
                  <a:pt x="4601320" y="334962"/>
                </a:lnTo>
                <a:lnTo>
                  <a:pt x="4619796" y="369887"/>
                </a:lnTo>
                <a:lnTo>
                  <a:pt x="4638271" y="409575"/>
                </a:lnTo>
                <a:lnTo>
                  <a:pt x="4655067" y="450850"/>
                </a:lnTo>
                <a:lnTo>
                  <a:pt x="4670184" y="496887"/>
                </a:lnTo>
                <a:lnTo>
                  <a:pt x="4681941" y="546100"/>
                </a:lnTo>
                <a:lnTo>
                  <a:pt x="4690339" y="606425"/>
                </a:lnTo>
                <a:lnTo>
                  <a:pt x="4693698" y="673100"/>
                </a:lnTo>
                <a:lnTo>
                  <a:pt x="4690339" y="744537"/>
                </a:lnTo>
                <a:lnTo>
                  <a:pt x="4681941" y="801687"/>
                </a:lnTo>
                <a:lnTo>
                  <a:pt x="4670184" y="854075"/>
                </a:lnTo>
                <a:lnTo>
                  <a:pt x="4655067" y="901700"/>
                </a:lnTo>
                <a:lnTo>
                  <a:pt x="4638271" y="942975"/>
                </a:lnTo>
                <a:lnTo>
                  <a:pt x="4618116" y="981075"/>
                </a:lnTo>
                <a:lnTo>
                  <a:pt x="4597961" y="1017587"/>
                </a:lnTo>
                <a:lnTo>
                  <a:pt x="4577806" y="1055687"/>
                </a:lnTo>
                <a:lnTo>
                  <a:pt x="4559330" y="1095375"/>
                </a:lnTo>
                <a:lnTo>
                  <a:pt x="4540854" y="1136650"/>
                </a:lnTo>
                <a:lnTo>
                  <a:pt x="4525739" y="1182687"/>
                </a:lnTo>
                <a:lnTo>
                  <a:pt x="4515661" y="1235075"/>
                </a:lnTo>
                <a:lnTo>
                  <a:pt x="4505583" y="1295400"/>
                </a:lnTo>
                <a:lnTo>
                  <a:pt x="4503903" y="1363662"/>
                </a:lnTo>
                <a:lnTo>
                  <a:pt x="4505583" y="1431925"/>
                </a:lnTo>
                <a:lnTo>
                  <a:pt x="4515661" y="1492250"/>
                </a:lnTo>
                <a:lnTo>
                  <a:pt x="4525739" y="1544637"/>
                </a:lnTo>
                <a:lnTo>
                  <a:pt x="4540854" y="1589087"/>
                </a:lnTo>
                <a:lnTo>
                  <a:pt x="4559330" y="1631950"/>
                </a:lnTo>
                <a:lnTo>
                  <a:pt x="4577806" y="1671637"/>
                </a:lnTo>
                <a:lnTo>
                  <a:pt x="4597961" y="1708150"/>
                </a:lnTo>
                <a:lnTo>
                  <a:pt x="4618116" y="1743075"/>
                </a:lnTo>
                <a:lnTo>
                  <a:pt x="4638271" y="1782762"/>
                </a:lnTo>
                <a:lnTo>
                  <a:pt x="4655067" y="1824037"/>
                </a:lnTo>
                <a:lnTo>
                  <a:pt x="4670184" y="1870075"/>
                </a:lnTo>
                <a:lnTo>
                  <a:pt x="4681941" y="1922462"/>
                </a:lnTo>
                <a:lnTo>
                  <a:pt x="4690339" y="1982787"/>
                </a:lnTo>
                <a:lnTo>
                  <a:pt x="4693698" y="2051050"/>
                </a:lnTo>
                <a:lnTo>
                  <a:pt x="4690339" y="2119312"/>
                </a:lnTo>
                <a:lnTo>
                  <a:pt x="4681941" y="2179637"/>
                </a:lnTo>
                <a:lnTo>
                  <a:pt x="4670184" y="2232025"/>
                </a:lnTo>
                <a:lnTo>
                  <a:pt x="4655067" y="2278062"/>
                </a:lnTo>
                <a:lnTo>
                  <a:pt x="4638271" y="2319337"/>
                </a:lnTo>
                <a:lnTo>
                  <a:pt x="4618116" y="2359025"/>
                </a:lnTo>
                <a:lnTo>
                  <a:pt x="4597961" y="2395537"/>
                </a:lnTo>
                <a:lnTo>
                  <a:pt x="4577806" y="2433637"/>
                </a:lnTo>
                <a:lnTo>
                  <a:pt x="4559330" y="2471737"/>
                </a:lnTo>
                <a:lnTo>
                  <a:pt x="4540854" y="2513012"/>
                </a:lnTo>
                <a:lnTo>
                  <a:pt x="4525739" y="2560637"/>
                </a:lnTo>
                <a:lnTo>
                  <a:pt x="4515661" y="2613025"/>
                </a:lnTo>
                <a:lnTo>
                  <a:pt x="4505583" y="2671762"/>
                </a:lnTo>
                <a:lnTo>
                  <a:pt x="4503903" y="2741612"/>
                </a:lnTo>
                <a:lnTo>
                  <a:pt x="4505583" y="2809875"/>
                </a:lnTo>
                <a:lnTo>
                  <a:pt x="4515661" y="2868612"/>
                </a:lnTo>
                <a:lnTo>
                  <a:pt x="4525739" y="2922587"/>
                </a:lnTo>
                <a:lnTo>
                  <a:pt x="4540854" y="2967037"/>
                </a:lnTo>
                <a:lnTo>
                  <a:pt x="4559330" y="3009900"/>
                </a:lnTo>
                <a:lnTo>
                  <a:pt x="4577806" y="3046412"/>
                </a:lnTo>
                <a:lnTo>
                  <a:pt x="4597961" y="3084512"/>
                </a:lnTo>
                <a:lnTo>
                  <a:pt x="4618116" y="3121025"/>
                </a:lnTo>
                <a:lnTo>
                  <a:pt x="4638271" y="3160712"/>
                </a:lnTo>
                <a:lnTo>
                  <a:pt x="4655067" y="3201987"/>
                </a:lnTo>
                <a:lnTo>
                  <a:pt x="4670184" y="3248025"/>
                </a:lnTo>
                <a:lnTo>
                  <a:pt x="4681941" y="3300412"/>
                </a:lnTo>
                <a:lnTo>
                  <a:pt x="4690339" y="3360737"/>
                </a:lnTo>
                <a:lnTo>
                  <a:pt x="4693698" y="3427412"/>
                </a:lnTo>
                <a:lnTo>
                  <a:pt x="4690339" y="3497262"/>
                </a:lnTo>
                <a:lnTo>
                  <a:pt x="4681941" y="3557587"/>
                </a:lnTo>
                <a:lnTo>
                  <a:pt x="4670184" y="3609975"/>
                </a:lnTo>
                <a:lnTo>
                  <a:pt x="4655067" y="3656012"/>
                </a:lnTo>
                <a:lnTo>
                  <a:pt x="4638271" y="3697287"/>
                </a:lnTo>
                <a:lnTo>
                  <a:pt x="4618116" y="3736975"/>
                </a:lnTo>
                <a:lnTo>
                  <a:pt x="4577806" y="3811587"/>
                </a:lnTo>
                <a:lnTo>
                  <a:pt x="4559330" y="3848100"/>
                </a:lnTo>
                <a:lnTo>
                  <a:pt x="4540854" y="3890962"/>
                </a:lnTo>
                <a:lnTo>
                  <a:pt x="4525739" y="3935412"/>
                </a:lnTo>
                <a:lnTo>
                  <a:pt x="4515661" y="3987800"/>
                </a:lnTo>
                <a:lnTo>
                  <a:pt x="4505583" y="4048125"/>
                </a:lnTo>
                <a:lnTo>
                  <a:pt x="4503903" y="4116387"/>
                </a:lnTo>
                <a:lnTo>
                  <a:pt x="4505583" y="4186237"/>
                </a:lnTo>
                <a:lnTo>
                  <a:pt x="4515661" y="4244975"/>
                </a:lnTo>
                <a:lnTo>
                  <a:pt x="4525739" y="4297362"/>
                </a:lnTo>
                <a:lnTo>
                  <a:pt x="4540854" y="4343400"/>
                </a:lnTo>
                <a:lnTo>
                  <a:pt x="4559330" y="4386262"/>
                </a:lnTo>
                <a:lnTo>
                  <a:pt x="4577806" y="4424362"/>
                </a:lnTo>
                <a:lnTo>
                  <a:pt x="4618116" y="4498975"/>
                </a:lnTo>
                <a:lnTo>
                  <a:pt x="4638271" y="4537075"/>
                </a:lnTo>
                <a:lnTo>
                  <a:pt x="4655067" y="4579937"/>
                </a:lnTo>
                <a:lnTo>
                  <a:pt x="4670184" y="4625975"/>
                </a:lnTo>
                <a:lnTo>
                  <a:pt x="4681941" y="4678362"/>
                </a:lnTo>
                <a:lnTo>
                  <a:pt x="4690339" y="4738687"/>
                </a:lnTo>
                <a:lnTo>
                  <a:pt x="4693698" y="4806950"/>
                </a:lnTo>
                <a:lnTo>
                  <a:pt x="4690339" y="4875212"/>
                </a:lnTo>
                <a:lnTo>
                  <a:pt x="4681941" y="4935537"/>
                </a:lnTo>
                <a:lnTo>
                  <a:pt x="4670184" y="4987925"/>
                </a:lnTo>
                <a:lnTo>
                  <a:pt x="4655067" y="5033962"/>
                </a:lnTo>
                <a:lnTo>
                  <a:pt x="4638271" y="5075237"/>
                </a:lnTo>
                <a:lnTo>
                  <a:pt x="4618116" y="5114925"/>
                </a:lnTo>
                <a:lnTo>
                  <a:pt x="4597961" y="5149850"/>
                </a:lnTo>
                <a:lnTo>
                  <a:pt x="4577806" y="5186362"/>
                </a:lnTo>
                <a:lnTo>
                  <a:pt x="4559330" y="5226050"/>
                </a:lnTo>
                <a:lnTo>
                  <a:pt x="4540854" y="5268912"/>
                </a:lnTo>
                <a:lnTo>
                  <a:pt x="4525739" y="5313362"/>
                </a:lnTo>
                <a:lnTo>
                  <a:pt x="4515661" y="5365750"/>
                </a:lnTo>
                <a:lnTo>
                  <a:pt x="4505583" y="5426075"/>
                </a:lnTo>
                <a:lnTo>
                  <a:pt x="4503903" y="5494337"/>
                </a:lnTo>
                <a:lnTo>
                  <a:pt x="4505583" y="5562600"/>
                </a:lnTo>
                <a:lnTo>
                  <a:pt x="4515661" y="5622925"/>
                </a:lnTo>
                <a:lnTo>
                  <a:pt x="4525739" y="5675312"/>
                </a:lnTo>
                <a:lnTo>
                  <a:pt x="4540854" y="5721350"/>
                </a:lnTo>
                <a:lnTo>
                  <a:pt x="4559330" y="5762625"/>
                </a:lnTo>
                <a:lnTo>
                  <a:pt x="4577806" y="5802312"/>
                </a:lnTo>
                <a:lnTo>
                  <a:pt x="4597961" y="5840412"/>
                </a:lnTo>
                <a:lnTo>
                  <a:pt x="4618116" y="5876925"/>
                </a:lnTo>
                <a:lnTo>
                  <a:pt x="4638271" y="5915025"/>
                </a:lnTo>
                <a:lnTo>
                  <a:pt x="4655067" y="5956300"/>
                </a:lnTo>
                <a:lnTo>
                  <a:pt x="4670184" y="6003925"/>
                </a:lnTo>
                <a:lnTo>
                  <a:pt x="4681941" y="6056312"/>
                </a:lnTo>
                <a:lnTo>
                  <a:pt x="4690339" y="6113462"/>
                </a:lnTo>
                <a:lnTo>
                  <a:pt x="4693698" y="6183312"/>
                </a:lnTo>
                <a:lnTo>
                  <a:pt x="4690339" y="6251575"/>
                </a:lnTo>
                <a:lnTo>
                  <a:pt x="4681941" y="6311900"/>
                </a:lnTo>
                <a:lnTo>
                  <a:pt x="4670184" y="6361112"/>
                </a:lnTo>
                <a:lnTo>
                  <a:pt x="4655067" y="6407150"/>
                </a:lnTo>
                <a:lnTo>
                  <a:pt x="4638271" y="6448425"/>
                </a:lnTo>
                <a:lnTo>
                  <a:pt x="4619796" y="6488112"/>
                </a:lnTo>
                <a:lnTo>
                  <a:pt x="4601320" y="6523037"/>
                </a:lnTo>
                <a:lnTo>
                  <a:pt x="4581165" y="6561137"/>
                </a:lnTo>
                <a:lnTo>
                  <a:pt x="4561010" y="6597650"/>
                </a:lnTo>
                <a:lnTo>
                  <a:pt x="4544214" y="6640512"/>
                </a:lnTo>
                <a:lnTo>
                  <a:pt x="4527418" y="6683375"/>
                </a:lnTo>
                <a:lnTo>
                  <a:pt x="4517340" y="6735762"/>
                </a:lnTo>
                <a:lnTo>
                  <a:pt x="4508943" y="6791325"/>
                </a:lnTo>
                <a:lnTo>
                  <a:pt x="4503903" y="6858000"/>
                </a:lnTo>
                <a:lnTo>
                  <a:pt x="1582057" y="6858000"/>
                </a:lnTo>
                <a:lnTo>
                  <a:pt x="42091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4B9FAFB2-BEB5-4848-8018-BCAD99E2E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4838076" cy="6858000"/>
          </a:xfrm>
          <a:custGeom>
            <a:avLst/>
            <a:gdLst>
              <a:gd name="connsiteX0" fmla="*/ 4838076 w 4838076"/>
              <a:gd name="connsiteY0" fmla="*/ 0 h 6858000"/>
              <a:gd name="connsiteX1" fmla="*/ 4417162 w 4838076"/>
              <a:gd name="connsiteY1" fmla="*/ 0 h 6858000"/>
              <a:gd name="connsiteX2" fmla="*/ 3459219 w 4838076"/>
              <a:gd name="connsiteY2" fmla="*/ 0 h 6858000"/>
              <a:gd name="connsiteX3" fmla="*/ 334174 w 4838076"/>
              <a:gd name="connsiteY3" fmla="*/ 0 h 6858000"/>
              <a:gd name="connsiteX4" fmla="*/ 334173 w 4838076"/>
              <a:gd name="connsiteY4" fmla="*/ 0 h 6858000"/>
              <a:gd name="connsiteX5" fmla="*/ 189795 w 4838076"/>
              <a:gd name="connsiteY5" fmla="*/ 0 h 6858000"/>
              <a:gd name="connsiteX6" fmla="*/ 184756 w 4838076"/>
              <a:gd name="connsiteY6" fmla="*/ 66675 h 6858000"/>
              <a:gd name="connsiteX7" fmla="*/ 176358 w 4838076"/>
              <a:gd name="connsiteY7" fmla="*/ 122237 h 6858000"/>
              <a:gd name="connsiteX8" fmla="*/ 166281 w 4838076"/>
              <a:gd name="connsiteY8" fmla="*/ 174625 h 6858000"/>
              <a:gd name="connsiteX9" fmla="*/ 149485 w 4838076"/>
              <a:gd name="connsiteY9" fmla="*/ 217487 h 6858000"/>
              <a:gd name="connsiteX10" fmla="*/ 132689 w 4838076"/>
              <a:gd name="connsiteY10" fmla="*/ 260350 h 6858000"/>
              <a:gd name="connsiteX11" fmla="*/ 112534 w 4838076"/>
              <a:gd name="connsiteY11" fmla="*/ 296862 h 6858000"/>
              <a:gd name="connsiteX12" fmla="*/ 92379 w 4838076"/>
              <a:gd name="connsiteY12" fmla="*/ 334962 h 6858000"/>
              <a:gd name="connsiteX13" fmla="*/ 73903 w 4838076"/>
              <a:gd name="connsiteY13" fmla="*/ 369887 h 6858000"/>
              <a:gd name="connsiteX14" fmla="*/ 55427 w 4838076"/>
              <a:gd name="connsiteY14" fmla="*/ 409575 h 6858000"/>
              <a:gd name="connsiteX15" fmla="*/ 38632 w 4838076"/>
              <a:gd name="connsiteY15" fmla="*/ 450850 h 6858000"/>
              <a:gd name="connsiteX16" fmla="*/ 23515 w 4838076"/>
              <a:gd name="connsiteY16" fmla="*/ 496887 h 6858000"/>
              <a:gd name="connsiteX17" fmla="*/ 11758 w 4838076"/>
              <a:gd name="connsiteY17" fmla="*/ 546100 h 6858000"/>
              <a:gd name="connsiteX18" fmla="*/ 3359 w 4838076"/>
              <a:gd name="connsiteY18" fmla="*/ 606425 h 6858000"/>
              <a:gd name="connsiteX19" fmla="*/ 0 w 4838076"/>
              <a:gd name="connsiteY19" fmla="*/ 673100 h 6858000"/>
              <a:gd name="connsiteX20" fmla="*/ 3359 w 4838076"/>
              <a:gd name="connsiteY20" fmla="*/ 744537 h 6858000"/>
              <a:gd name="connsiteX21" fmla="*/ 11758 w 4838076"/>
              <a:gd name="connsiteY21" fmla="*/ 801687 h 6858000"/>
              <a:gd name="connsiteX22" fmla="*/ 23515 w 4838076"/>
              <a:gd name="connsiteY22" fmla="*/ 854075 h 6858000"/>
              <a:gd name="connsiteX23" fmla="*/ 38632 w 4838076"/>
              <a:gd name="connsiteY23" fmla="*/ 901700 h 6858000"/>
              <a:gd name="connsiteX24" fmla="*/ 55427 w 4838076"/>
              <a:gd name="connsiteY24" fmla="*/ 942975 h 6858000"/>
              <a:gd name="connsiteX25" fmla="*/ 75583 w 4838076"/>
              <a:gd name="connsiteY25" fmla="*/ 981075 h 6858000"/>
              <a:gd name="connsiteX26" fmla="*/ 95738 w 4838076"/>
              <a:gd name="connsiteY26" fmla="*/ 1017587 h 6858000"/>
              <a:gd name="connsiteX27" fmla="*/ 115893 w 4838076"/>
              <a:gd name="connsiteY27" fmla="*/ 1055687 h 6858000"/>
              <a:gd name="connsiteX28" fmla="*/ 134368 w 4838076"/>
              <a:gd name="connsiteY28" fmla="*/ 1095375 h 6858000"/>
              <a:gd name="connsiteX29" fmla="*/ 152844 w 4838076"/>
              <a:gd name="connsiteY29" fmla="*/ 1136650 h 6858000"/>
              <a:gd name="connsiteX30" fmla="*/ 167960 w 4838076"/>
              <a:gd name="connsiteY30" fmla="*/ 1182687 h 6858000"/>
              <a:gd name="connsiteX31" fmla="*/ 178038 w 4838076"/>
              <a:gd name="connsiteY31" fmla="*/ 1235075 h 6858000"/>
              <a:gd name="connsiteX32" fmla="*/ 188115 w 4838076"/>
              <a:gd name="connsiteY32" fmla="*/ 1295400 h 6858000"/>
              <a:gd name="connsiteX33" fmla="*/ 189795 w 4838076"/>
              <a:gd name="connsiteY33" fmla="*/ 1363662 h 6858000"/>
              <a:gd name="connsiteX34" fmla="*/ 188115 w 4838076"/>
              <a:gd name="connsiteY34" fmla="*/ 1431925 h 6858000"/>
              <a:gd name="connsiteX35" fmla="*/ 178038 w 4838076"/>
              <a:gd name="connsiteY35" fmla="*/ 1492250 h 6858000"/>
              <a:gd name="connsiteX36" fmla="*/ 167960 w 4838076"/>
              <a:gd name="connsiteY36" fmla="*/ 1544637 h 6858000"/>
              <a:gd name="connsiteX37" fmla="*/ 152844 w 4838076"/>
              <a:gd name="connsiteY37" fmla="*/ 1589087 h 6858000"/>
              <a:gd name="connsiteX38" fmla="*/ 134368 w 4838076"/>
              <a:gd name="connsiteY38" fmla="*/ 1631950 h 6858000"/>
              <a:gd name="connsiteX39" fmla="*/ 115893 w 4838076"/>
              <a:gd name="connsiteY39" fmla="*/ 1671637 h 6858000"/>
              <a:gd name="connsiteX40" fmla="*/ 95738 w 4838076"/>
              <a:gd name="connsiteY40" fmla="*/ 1708150 h 6858000"/>
              <a:gd name="connsiteX41" fmla="*/ 75583 w 4838076"/>
              <a:gd name="connsiteY41" fmla="*/ 1743075 h 6858000"/>
              <a:gd name="connsiteX42" fmla="*/ 55427 w 4838076"/>
              <a:gd name="connsiteY42" fmla="*/ 1782762 h 6858000"/>
              <a:gd name="connsiteX43" fmla="*/ 38632 w 4838076"/>
              <a:gd name="connsiteY43" fmla="*/ 1824037 h 6858000"/>
              <a:gd name="connsiteX44" fmla="*/ 23515 w 4838076"/>
              <a:gd name="connsiteY44" fmla="*/ 1870075 h 6858000"/>
              <a:gd name="connsiteX45" fmla="*/ 11758 w 4838076"/>
              <a:gd name="connsiteY45" fmla="*/ 1922462 h 6858000"/>
              <a:gd name="connsiteX46" fmla="*/ 3359 w 4838076"/>
              <a:gd name="connsiteY46" fmla="*/ 1982787 h 6858000"/>
              <a:gd name="connsiteX47" fmla="*/ 0 w 4838076"/>
              <a:gd name="connsiteY47" fmla="*/ 2051050 h 6858000"/>
              <a:gd name="connsiteX48" fmla="*/ 3359 w 4838076"/>
              <a:gd name="connsiteY48" fmla="*/ 2119312 h 6858000"/>
              <a:gd name="connsiteX49" fmla="*/ 11758 w 4838076"/>
              <a:gd name="connsiteY49" fmla="*/ 2179637 h 6858000"/>
              <a:gd name="connsiteX50" fmla="*/ 23515 w 4838076"/>
              <a:gd name="connsiteY50" fmla="*/ 2232025 h 6858000"/>
              <a:gd name="connsiteX51" fmla="*/ 38632 w 4838076"/>
              <a:gd name="connsiteY51" fmla="*/ 2278062 h 6858000"/>
              <a:gd name="connsiteX52" fmla="*/ 55427 w 4838076"/>
              <a:gd name="connsiteY52" fmla="*/ 2319337 h 6858000"/>
              <a:gd name="connsiteX53" fmla="*/ 75583 w 4838076"/>
              <a:gd name="connsiteY53" fmla="*/ 2359025 h 6858000"/>
              <a:gd name="connsiteX54" fmla="*/ 95738 w 4838076"/>
              <a:gd name="connsiteY54" fmla="*/ 2395537 h 6858000"/>
              <a:gd name="connsiteX55" fmla="*/ 115893 w 4838076"/>
              <a:gd name="connsiteY55" fmla="*/ 2433637 h 6858000"/>
              <a:gd name="connsiteX56" fmla="*/ 134368 w 4838076"/>
              <a:gd name="connsiteY56" fmla="*/ 2471737 h 6858000"/>
              <a:gd name="connsiteX57" fmla="*/ 152844 w 4838076"/>
              <a:gd name="connsiteY57" fmla="*/ 2513012 h 6858000"/>
              <a:gd name="connsiteX58" fmla="*/ 167960 w 4838076"/>
              <a:gd name="connsiteY58" fmla="*/ 2560637 h 6858000"/>
              <a:gd name="connsiteX59" fmla="*/ 178038 w 4838076"/>
              <a:gd name="connsiteY59" fmla="*/ 2613025 h 6858000"/>
              <a:gd name="connsiteX60" fmla="*/ 188115 w 4838076"/>
              <a:gd name="connsiteY60" fmla="*/ 2671762 h 6858000"/>
              <a:gd name="connsiteX61" fmla="*/ 189795 w 4838076"/>
              <a:gd name="connsiteY61" fmla="*/ 2741612 h 6858000"/>
              <a:gd name="connsiteX62" fmla="*/ 188115 w 4838076"/>
              <a:gd name="connsiteY62" fmla="*/ 2809875 h 6858000"/>
              <a:gd name="connsiteX63" fmla="*/ 178038 w 4838076"/>
              <a:gd name="connsiteY63" fmla="*/ 2868612 h 6858000"/>
              <a:gd name="connsiteX64" fmla="*/ 167960 w 4838076"/>
              <a:gd name="connsiteY64" fmla="*/ 2922587 h 6858000"/>
              <a:gd name="connsiteX65" fmla="*/ 152844 w 4838076"/>
              <a:gd name="connsiteY65" fmla="*/ 2967037 h 6858000"/>
              <a:gd name="connsiteX66" fmla="*/ 134368 w 4838076"/>
              <a:gd name="connsiteY66" fmla="*/ 3009900 h 6858000"/>
              <a:gd name="connsiteX67" fmla="*/ 115893 w 4838076"/>
              <a:gd name="connsiteY67" fmla="*/ 3046412 h 6858000"/>
              <a:gd name="connsiteX68" fmla="*/ 95738 w 4838076"/>
              <a:gd name="connsiteY68" fmla="*/ 3084512 h 6858000"/>
              <a:gd name="connsiteX69" fmla="*/ 75583 w 4838076"/>
              <a:gd name="connsiteY69" fmla="*/ 3121025 h 6858000"/>
              <a:gd name="connsiteX70" fmla="*/ 55427 w 4838076"/>
              <a:gd name="connsiteY70" fmla="*/ 3160712 h 6858000"/>
              <a:gd name="connsiteX71" fmla="*/ 38632 w 4838076"/>
              <a:gd name="connsiteY71" fmla="*/ 3201987 h 6858000"/>
              <a:gd name="connsiteX72" fmla="*/ 23515 w 4838076"/>
              <a:gd name="connsiteY72" fmla="*/ 3248025 h 6858000"/>
              <a:gd name="connsiteX73" fmla="*/ 11758 w 4838076"/>
              <a:gd name="connsiteY73" fmla="*/ 3300412 h 6858000"/>
              <a:gd name="connsiteX74" fmla="*/ 3359 w 4838076"/>
              <a:gd name="connsiteY74" fmla="*/ 3360737 h 6858000"/>
              <a:gd name="connsiteX75" fmla="*/ 0 w 4838076"/>
              <a:gd name="connsiteY75" fmla="*/ 3427412 h 6858000"/>
              <a:gd name="connsiteX76" fmla="*/ 3359 w 4838076"/>
              <a:gd name="connsiteY76" fmla="*/ 3497262 h 6858000"/>
              <a:gd name="connsiteX77" fmla="*/ 11758 w 4838076"/>
              <a:gd name="connsiteY77" fmla="*/ 3557587 h 6858000"/>
              <a:gd name="connsiteX78" fmla="*/ 23515 w 4838076"/>
              <a:gd name="connsiteY78" fmla="*/ 3609975 h 6858000"/>
              <a:gd name="connsiteX79" fmla="*/ 38632 w 4838076"/>
              <a:gd name="connsiteY79" fmla="*/ 3656012 h 6858000"/>
              <a:gd name="connsiteX80" fmla="*/ 55427 w 4838076"/>
              <a:gd name="connsiteY80" fmla="*/ 3697287 h 6858000"/>
              <a:gd name="connsiteX81" fmla="*/ 75583 w 4838076"/>
              <a:gd name="connsiteY81" fmla="*/ 3736975 h 6858000"/>
              <a:gd name="connsiteX82" fmla="*/ 115893 w 4838076"/>
              <a:gd name="connsiteY82" fmla="*/ 3811587 h 6858000"/>
              <a:gd name="connsiteX83" fmla="*/ 134368 w 4838076"/>
              <a:gd name="connsiteY83" fmla="*/ 3848100 h 6858000"/>
              <a:gd name="connsiteX84" fmla="*/ 152844 w 4838076"/>
              <a:gd name="connsiteY84" fmla="*/ 3890962 h 6858000"/>
              <a:gd name="connsiteX85" fmla="*/ 167960 w 4838076"/>
              <a:gd name="connsiteY85" fmla="*/ 3935412 h 6858000"/>
              <a:gd name="connsiteX86" fmla="*/ 178038 w 4838076"/>
              <a:gd name="connsiteY86" fmla="*/ 3987800 h 6858000"/>
              <a:gd name="connsiteX87" fmla="*/ 188115 w 4838076"/>
              <a:gd name="connsiteY87" fmla="*/ 4048125 h 6858000"/>
              <a:gd name="connsiteX88" fmla="*/ 189795 w 4838076"/>
              <a:gd name="connsiteY88" fmla="*/ 4116387 h 6858000"/>
              <a:gd name="connsiteX89" fmla="*/ 188115 w 4838076"/>
              <a:gd name="connsiteY89" fmla="*/ 4186237 h 6858000"/>
              <a:gd name="connsiteX90" fmla="*/ 178038 w 4838076"/>
              <a:gd name="connsiteY90" fmla="*/ 4244975 h 6858000"/>
              <a:gd name="connsiteX91" fmla="*/ 167960 w 4838076"/>
              <a:gd name="connsiteY91" fmla="*/ 4297362 h 6858000"/>
              <a:gd name="connsiteX92" fmla="*/ 152844 w 4838076"/>
              <a:gd name="connsiteY92" fmla="*/ 4343400 h 6858000"/>
              <a:gd name="connsiteX93" fmla="*/ 134368 w 4838076"/>
              <a:gd name="connsiteY93" fmla="*/ 4386262 h 6858000"/>
              <a:gd name="connsiteX94" fmla="*/ 115893 w 4838076"/>
              <a:gd name="connsiteY94" fmla="*/ 4424362 h 6858000"/>
              <a:gd name="connsiteX95" fmla="*/ 75583 w 4838076"/>
              <a:gd name="connsiteY95" fmla="*/ 4498975 h 6858000"/>
              <a:gd name="connsiteX96" fmla="*/ 55427 w 4838076"/>
              <a:gd name="connsiteY96" fmla="*/ 4537075 h 6858000"/>
              <a:gd name="connsiteX97" fmla="*/ 38632 w 4838076"/>
              <a:gd name="connsiteY97" fmla="*/ 4579937 h 6858000"/>
              <a:gd name="connsiteX98" fmla="*/ 23515 w 4838076"/>
              <a:gd name="connsiteY98" fmla="*/ 4625975 h 6858000"/>
              <a:gd name="connsiteX99" fmla="*/ 11758 w 4838076"/>
              <a:gd name="connsiteY99" fmla="*/ 4678362 h 6858000"/>
              <a:gd name="connsiteX100" fmla="*/ 3359 w 4838076"/>
              <a:gd name="connsiteY100" fmla="*/ 4738687 h 6858000"/>
              <a:gd name="connsiteX101" fmla="*/ 0 w 4838076"/>
              <a:gd name="connsiteY101" fmla="*/ 4806950 h 6858000"/>
              <a:gd name="connsiteX102" fmla="*/ 3359 w 4838076"/>
              <a:gd name="connsiteY102" fmla="*/ 4875212 h 6858000"/>
              <a:gd name="connsiteX103" fmla="*/ 11758 w 4838076"/>
              <a:gd name="connsiteY103" fmla="*/ 4935537 h 6858000"/>
              <a:gd name="connsiteX104" fmla="*/ 23515 w 4838076"/>
              <a:gd name="connsiteY104" fmla="*/ 4987925 h 6858000"/>
              <a:gd name="connsiteX105" fmla="*/ 38632 w 4838076"/>
              <a:gd name="connsiteY105" fmla="*/ 5033962 h 6858000"/>
              <a:gd name="connsiteX106" fmla="*/ 55427 w 4838076"/>
              <a:gd name="connsiteY106" fmla="*/ 5075237 h 6858000"/>
              <a:gd name="connsiteX107" fmla="*/ 75583 w 4838076"/>
              <a:gd name="connsiteY107" fmla="*/ 5114925 h 6858000"/>
              <a:gd name="connsiteX108" fmla="*/ 95738 w 4838076"/>
              <a:gd name="connsiteY108" fmla="*/ 5149850 h 6858000"/>
              <a:gd name="connsiteX109" fmla="*/ 115893 w 4838076"/>
              <a:gd name="connsiteY109" fmla="*/ 5186362 h 6858000"/>
              <a:gd name="connsiteX110" fmla="*/ 134368 w 4838076"/>
              <a:gd name="connsiteY110" fmla="*/ 5226050 h 6858000"/>
              <a:gd name="connsiteX111" fmla="*/ 152844 w 4838076"/>
              <a:gd name="connsiteY111" fmla="*/ 5268912 h 6858000"/>
              <a:gd name="connsiteX112" fmla="*/ 167960 w 4838076"/>
              <a:gd name="connsiteY112" fmla="*/ 5313362 h 6858000"/>
              <a:gd name="connsiteX113" fmla="*/ 178038 w 4838076"/>
              <a:gd name="connsiteY113" fmla="*/ 5365750 h 6858000"/>
              <a:gd name="connsiteX114" fmla="*/ 188115 w 4838076"/>
              <a:gd name="connsiteY114" fmla="*/ 5426075 h 6858000"/>
              <a:gd name="connsiteX115" fmla="*/ 189795 w 4838076"/>
              <a:gd name="connsiteY115" fmla="*/ 5494337 h 6858000"/>
              <a:gd name="connsiteX116" fmla="*/ 188115 w 4838076"/>
              <a:gd name="connsiteY116" fmla="*/ 5562600 h 6858000"/>
              <a:gd name="connsiteX117" fmla="*/ 178038 w 4838076"/>
              <a:gd name="connsiteY117" fmla="*/ 5622925 h 6858000"/>
              <a:gd name="connsiteX118" fmla="*/ 167960 w 4838076"/>
              <a:gd name="connsiteY118" fmla="*/ 5675312 h 6858000"/>
              <a:gd name="connsiteX119" fmla="*/ 152844 w 4838076"/>
              <a:gd name="connsiteY119" fmla="*/ 5721350 h 6858000"/>
              <a:gd name="connsiteX120" fmla="*/ 134368 w 4838076"/>
              <a:gd name="connsiteY120" fmla="*/ 5762625 h 6858000"/>
              <a:gd name="connsiteX121" fmla="*/ 115893 w 4838076"/>
              <a:gd name="connsiteY121" fmla="*/ 5802312 h 6858000"/>
              <a:gd name="connsiteX122" fmla="*/ 95738 w 4838076"/>
              <a:gd name="connsiteY122" fmla="*/ 5840412 h 6858000"/>
              <a:gd name="connsiteX123" fmla="*/ 75583 w 4838076"/>
              <a:gd name="connsiteY123" fmla="*/ 5876925 h 6858000"/>
              <a:gd name="connsiteX124" fmla="*/ 55427 w 4838076"/>
              <a:gd name="connsiteY124" fmla="*/ 5915025 h 6858000"/>
              <a:gd name="connsiteX125" fmla="*/ 38632 w 4838076"/>
              <a:gd name="connsiteY125" fmla="*/ 5956300 h 6858000"/>
              <a:gd name="connsiteX126" fmla="*/ 23515 w 4838076"/>
              <a:gd name="connsiteY126" fmla="*/ 6003925 h 6858000"/>
              <a:gd name="connsiteX127" fmla="*/ 11758 w 4838076"/>
              <a:gd name="connsiteY127" fmla="*/ 6056312 h 6858000"/>
              <a:gd name="connsiteX128" fmla="*/ 3359 w 4838076"/>
              <a:gd name="connsiteY128" fmla="*/ 6113462 h 6858000"/>
              <a:gd name="connsiteX129" fmla="*/ 0 w 4838076"/>
              <a:gd name="connsiteY129" fmla="*/ 6183312 h 6858000"/>
              <a:gd name="connsiteX130" fmla="*/ 3359 w 4838076"/>
              <a:gd name="connsiteY130" fmla="*/ 6251575 h 6858000"/>
              <a:gd name="connsiteX131" fmla="*/ 11758 w 4838076"/>
              <a:gd name="connsiteY131" fmla="*/ 6311900 h 6858000"/>
              <a:gd name="connsiteX132" fmla="*/ 23515 w 4838076"/>
              <a:gd name="connsiteY132" fmla="*/ 6361112 h 6858000"/>
              <a:gd name="connsiteX133" fmla="*/ 38632 w 4838076"/>
              <a:gd name="connsiteY133" fmla="*/ 6407150 h 6858000"/>
              <a:gd name="connsiteX134" fmla="*/ 55427 w 4838076"/>
              <a:gd name="connsiteY134" fmla="*/ 6448425 h 6858000"/>
              <a:gd name="connsiteX135" fmla="*/ 73903 w 4838076"/>
              <a:gd name="connsiteY135" fmla="*/ 6488112 h 6858000"/>
              <a:gd name="connsiteX136" fmla="*/ 92379 w 4838076"/>
              <a:gd name="connsiteY136" fmla="*/ 6523037 h 6858000"/>
              <a:gd name="connsiteX137" fmla="*/ 112534 w 4838076"/>
              <a:gd name="connsiteY137" fmla="*/ 6561137 h 6858000"/>
              <a:gd name="connsiteX138" fmla="*/ 132689 w 4838076"/>
              <a:gd name="connsiteY138" fmla="*/ 6597650 h 6858000"/>
              <a:gd name="connsiteX139" fmla="*/ 149485 w 4838076"/>
              <a:gd name="connsiteY139" fmla="*/ 6640512 h 6858000"/>
              <a:gd name="connsiteX140" fmla="*/ 166281 w 4838076"/>
              <a:gd name="connsiteY140" fmla="*/ 6683375 h 6858000"/>
              <a:gd name="connsiteX141" fmla="*/ 176358 w 4838076"/>
              <a:gd name="connsiteY141" fmla="*/ 6735762 h 6858000"/>
              <a:gd name="connsiteX142" fmla="*/ 184756 w 4838076"/>
              <a:gd name="connsiteY142" fmla="*/ 6791325 h 6858000"/>
              <a:gd name="connsiteX143" fmla="*/ 189795 w 4838076"/>
              <a:gd name="connsiteY143" fmla="*/ 6858000 h 6858000"/>
              <a:gd name="connsiteX144" fmla="*/ 334173 w 4838076"/>
              <a:gd name="connsiteY144" fmla="*/ 6858000 h 6858000"/>
              <a:gd name="connsiteX145" fmla="*/ 334174 w 4838076"/>
              <a:gd name="connsiteY145" fmla="*/ 6858000 h 6858000"/>
              <a:gd name="connsiteX146" fmla="*/ 3459219 w 4838076"/>
              <a:gd name="connsiteY146" fmla="*/ 6858000 h 6858000"/>
              <a:gd name="connsiteX147" fmla="*/ 4417162 w 4838076"/>
              <a:gd name="connsiteY147" fmla="*/ 6858000 h 6858000"/>
              <a:gd name="connsiteX148" fmla="*/ 4838076 w 4838076"/>
              <a:gd name="connsiteY14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</a:cxnLst>
            <a:rect l="l" t="t" r="r" b="b"/>
            <a:pathLst>
              <a:path w="4838076" h="6858000">
                <a:moveTo>
                  <a:pt x="4838076" y="0"/>
                </a:moveTo>
                <a:lnTo>
                  <a:pt x="4417162" y="0"/>
                </a:lnTo>
                <a:lnTo>
                  <a:pt x="3459219" y="0"/>
                </a:lnTo>
                <a:lnTo>
                  <a:pt x="334174" y="0"/>
                </a:lnTo>
                <a:lnTo>
                  <a:pt x="334173" y="0"/>
                </a:lnTo>
                <a:lnTo>
                  <a:pt x="189795" y="0"/>
                </a:lnTo>
                <a:lnTo>
                  <a:pt x="184756" y="66675"/>
                </a:lnTo>
                <a:lnTo>
                  <a:pt x="176358" y="122237"/>
                </a:lnTo>
                <a:lnTo>
                  <a:pt x="166281" y="174625"/>
                </a:lnTo>
                <a:lnTo>
                  <a:pt x="149485" y="217487"/>
                </a:lnTo>
                <a:lnTo>
                  <a:pt x="132689" y="260350"/>
                </a:lnTo>
                <a:lnTo>
                  <a:pt x="112534" y="296862"/>
                </a:lnTo>
                <a:lnTo>
                  <a:pt x="92379" y="334962"/>
                </a:lnTo>
                <a:lnTo>
                  <a:pt x="73903" y="369887"/>
                </a:lnTo>
                <a:lnTo>
                  <a:pt x="55427" y="409575"/>
                </a:lnTo>
                <a:lnTo>
                  <a:pt x="38632" y="450850"/>
                </a:lnTo>
                <a:lnTo>
                  <a:pt x="23515" y="496887"/>
                </a:lnTo>
                <a:lnTo>
                  <a:pt x="11758" y="546100"/>
                </a:lnTo>
                <a:lnTo>
                  <a:pt x="3359" y="606425"/>
                </a:lnTo>
                <a:lnTo>
                  <a:pt x="0" y="673100"/>
                </a:lnTo>
                <a:lnTo>
                  <a:pt x="3359" y="744537"/>
                </a:lnTo>
                <a:lnTo>
                  <a:pt x="11758" y="801687"/>
                </a:lnTo>
                <a:lnTo>
                  <a:pt x="23515" y="854075"/>
                </a:lnTo>
                <a:lnTo>
                  <a:pt x="38632" y="901700"/>
                </a:lnTo>
                <a:lnTo>
                  <a:pt x="55427" y="942975"/>
                </a:lnTo>
                <a:lnTo>
                  <a:pt x="75583" y="981075"/>
                </a:lnTo>
                <a:lnTo>
                  <a:pt x="95738" y="1017587"/>
                </a:lnTo>
                <a:lnTo>
                  <a:pt x="115893" y="1055687"/>
                </a:lnTo>
                <a:lnTo>
                  <a:pt x="134368" y="1095375"/>
                </a:lnTo>
                <a:lnTo>
                  <a:pt x="152844" y="1136650"/>
                </a:lnTo>
                <a:lnTo>
                  <a:pt x="167960" y="1182687"/>
                </a:lnTo>
                <a:lnTo>
                  <a:pt x="178038" y="1235075"/>
                </a:lnTo>
                <a:lnTo>
                  <a:pt x="188115" y="1295400"/>
                </a:lnTo>
                <a:lnTo>
                  <a:pt x="189795" y="1363662"/>
                </a:lnTo>
                <a:lnTo>
                  <a:pt x="188115" y="1431925"/>
                </a:lnTo>
                <a:lnTo>
                  <a:pt x="178038" y="1492250"/>
                </a:lnTo>
                <a:lnTo>
                  <a:pt x="167960" y="1544637"/>
                </a:lnTo>
                <a:lnTo>
                  <a:pt x="152844" y="1589087"/>
                </a:lnTo>
                <a:lnTo>
                  <a:pt x="134368" y="1631950"/>
                </a:lnTo>
                <a:lnTo>
                  <a:pt x="115893" y="1671637"/>
                </a:lnTo>
                <a:lnTo>
                  <a:pt x="95738" y="1708150"/>
                </a:lnTo>
                <a:lnTo>
                  <a:pt x="75583" y="1743075"/>
                </a:lnTo>
                <a:lnTo>
                  <a:pt x="55427" y="1782762"/>
                </a:lnTo>
                <a:lnTo>
                  <a:pt x="38632" y="1824037"/>
                </a:lnTo>
                <a:lnTo>
                  <a:pt x="23515" y="1870075"/>
                </a:lnTo>
                <a:lnTo>
                  <a:pt x="11758" y="1922462"/>
                </a:lnTo>
                <a:lnTo>
                  <a:pt x="3359" y="1982787"/>
                </a:lnTo>
                <a:lnTo>
                  <a:pt x="0" y="2051050"/>
                </a:lnTo>
                <a:lnTo>
                  <a:pt x="3359" y="2119312"/>
                </a:lnTo>
                <a:lnTo>
                  <a:pt x="11758" y="2179637"/>
                </a:lnTo>
                <a:lnTo>
                  <a:pt x="23515" y="2232025"/>
                </a:lnTo>
                <a:lnTo>
                  <a:pt x="38632" y="2278062"/>
                </a:lnTo>
                <a:lnTo>
                  <a:pt x="55427" y="2319337"/>
                </a:lnTo>
                <a:lnTo>
                  <a:pt x="75583" y="2359025"/>
                </a:lnTo>
                <a:lnTo>
                  <a:pt x="95738" y="2395537"/>
                </a:lnTo>
                <a:lnTo>
                  <a:pt x="115893" y="2433637"/>
                </a:lnTo>
                <a:lnTo>
                  <a:pt x="134368" y="2471737"/>
                </a:lnTo>
                <a:lnTo>
                  <a:pt x="152844" y="2513012"/>
                </a:lnTo>
                <a:lnTo>
                  <a:pt x="167960" y="2560637"/>
                </a:lnTo>
                <a:lnTo>
                  <a:pt x="178038" y="2613025"/>
                </a:lnTo>
                <a:lnTo>
                  <a:pt x="188115" y="2671762"/>
                </a:lnTo>
                <a:lnTo>
                  <a:pt x="189795" y="2741612"/>
                </a:lnTo>
                <a:lnTo>
                  <a:pt x="188115" y="2809875"/>
                </a:lnTo>
                <a:lnTo>
                  <a:pt x="178038" y="2868612"/>
                </a:lnTo>
                <a:lnTo>
                  <a:pt x="167960" y="2922587"/>
                </a:lnTo>
                <a:lnTo>
                  <a:pt x="152844" y="2967037"/>
                </a:lnTo>
                <a:lnTo>
                  <a:pt x="134368" y="3009900"/>
                </a:lnTo>
                <a:lnTo>
                  <a:pt x="115893" y="3046412"/>
                </a:lnTo>
                <a:lnTo>
                  <a:pt x="95738" y="3084512"/>
                </a:lnTo>
                <a:lnTo>
                  <a:pt x="75583" y="3121025"/>
                </a:lnTo>
                <a:lnTo>
                  <a:pt x="55427" y="3160712"/>
                </a:lnTo>
                <a:lnTo>
                  <a:pt x="38632" y="3201987"/>
                </a:lnTo>
                <a:lnTo>
                  <a:pt x="23515" y="3248025"/>
                </a:lnTo>
                <a:lnTo>
                  <a:pt x="11758" y="3300412"/>
                </a:lnTo>
                <a:lnTo>
                  <a:pt x="3359" y="3360737"/>
                </a:lnTo>
                <a:lnTo>
                  <a:pt x="0" y="3427412"/>
                </a:lnTo>
                <a:lnTo>
                  <a:pt x="3359" y="3497262"/>
                </a:lnTo>
                <a:lnTo>
                  <a:pt x="11758" y="3557587"/>
                </a:lnTo>
                <a:lnTo>
                  <a:pt x="23515" y="3609975"/>
                </a:lnTo>
                <a:lnTo>
                  <a:pt x="38632" y="3656012"/>
                </a:lnTo>
                <a:lnTo>
                  <a:pt x="55427" y="3697287"/>
                </a:lnTo>
                <a:lnTo>
                  <a:pt x="75583" y="3736975"/>
                </a:lnTo>
                <a:lnTo>
                  <a:pt x="115893" y="3811587"/>
                </a:lnTo>
                <a:lnTo>
                  <a:pt x="134368" y="3848100"/>
                </a:lnTo>
                <a:lnTo>
                  <a:pt x="152844" y="3890962"/>
                </a:lnTo>
                <a:lnTo>
                  <a:pt x="167960" y="3935412"/>
                </a:lnTo>
                <a:lnTo>
                  <a:pt x="178038" y="3987800"/>
                </a:lnTo>
                <a:lnTo>
                  <a:pt x="188115" y="4048125"/>
                </a:lnTo>
                <a:lnTo>
                  <a:pt x="189795" y="4116387"/>
                </a:lnTo>
                <a:lnTo>
                  <a:pt x="188115" y="4186237"/>
                </a:lnTo>
                <a:lnTo>
                  <a:pt x="178038" y="4244975"/>
                </a:lnTo>
                <a:lnTo>
                  <a:pt x="167960" y="4297362"/>
                </a:lnTo>
                <a:lnTo>
                  <a:pt x="152844" y="4343400"/>
                </a:lnTo>
                <a:lnTo>
                  <a:pt x="134368" y="4386262"/>
                </a:lnTo>
                <a:lnTo>
                  <a:pt x="115893" y="4424362"/>
                </a:lnTo>
                <a:lnTo>
                  <a:pt x="75583" y="4498975"/>
                </a:lnTo>
                <a:lnTo>
                  <a:pt x="55427" y="4537075"/>
                </a:lnTo>
                <a:lnTo>
                  <a:pt x="38632" y="4579937"/>
                </a:lnTo>
                <a:lnTo>
                  <a:pt x="23515" y="4625975"/>
                </a:lnTo>
                <a:lnTo>
                  <a:pt x="11758" y="4678362"/>
                </a:lnTo>
                <a:lnTo>
                  <a:pt x="3359" y="4738687"/>
                </a:lnTo>
                <a:lnTo>
                  <a:pt x="0" y="4806950"/>
                </a:lnTo>
                <a:lnTo>
                  <a:pt x="3359" y="4875212"/>
                </a:lnTo>
                <a:lnTo>
                  <a:pt x="11758" y="4935537"/>
                </a:lnTo>
                <a:lnTo>
                  <a:pt x="23515" y="4987925"/>
                </a:lnTo>
                <a:lnTo>
                  <a:pt x="38632" y="5033962"/>
                </a:lnTo>
                <a:lnTo>
                  <a:pt x="55427" y="5075237"/>
                </a:lnTo>
                <a:lnTo>
                  <a:pt x="75583" y="5114925"/>
                </a:lnTo>
                <a:lnTo>
                  <a:pt x="95738" y="5149850"/>
                </a:lnTo>
                <a:lnTo>
                  <a:pt x="115893" y="5186362"/>
                </a:lnTo>
                <a:lnTo>
                  <a:pt x="134368" y="5226050"/>
                </a:lnTo>
                <a:lnTo>
                  <a:pt x="152844" y="5268912"/>
                </a:lnTo>
                <a:lnTo>
                  <a:pt x="167960" y="5313362"/>
                </a:lnTo>
                <a:lnTo>
                  <a:pt x="178038" y="5365750"/>
                </a:lnTo>
                <a:lnTo>
                  <a:pt x="188115" y="5426075"/>
                </a:lnTo>
                <a:lnTo>
                  <a:pt x="189795" y="5494337"/>
                </a:lnTo>
                <a:lnTo>
                  <a:pt x="188115" y="5562600"/>
                </a:lnTo>
                <a:lnTo>
                  <a:pt x="178038" y="5622925"/>
                </a:lnTo>
                <a:lnTo>
                  <a:pt x="167960" y="5675312"/>
                </a:lnTo>
                <a:lnTo>
                  <a:pt x="152844" y="5721350"/>
                </a:lnTo>
                <a:lnTo>
                  <a:pt x="134368" y="5762625"/>
                </a:lnTo>
                <a:lnTo>
                  <a:pt x="115893" y="5802312"/>
                </a:lnTo>
                <a:lnTo>
                  <a:pt x="95738" y="5840412"/>
                </a:lnTo>
                <a:lnTo>
                  <a:pt x="75583" y="5876925"/>
                </a:lnTo>
                <a:lnTo>
                  <a:pt x="55427" y="5915025"/>
                </a:lnTo>
                <a:lnTo>
                  <a:pt x="38632" y="5956300"/>
                </a:lnTo>
                <a:lnTo>
                  <a:pt x="23515" y="6003925"/>
                </a:lnTo>
                <a:lnTo>
                  <a:pt x="11758" y="6056312"/>
                </a:lnTo>
                <a:lnTo>
                  <a:pt x="3359" y="6113462"/>
                </a:lnTo>
                <a:lnTo>
                  <a:pt x="0" y="6183312"/>
                </a:lnTo>
                <a:lnTo>
                  <a:pt x="3359" y="6251575"/>
                </a:lnTo>
                <a:lnTo>
                  <a:pt x="11758" y="6311900"/>
                </a:lnTo>
                <a:lnTo>
                  <a:pt x="23515" y="6361112"/>
                </a:lnTo>
                <a:lnTo>
                  <a:pt x="38632" y="6407150"/>
                </a:lnTo>
                <a:lnTo>
                  <a:pt x="55427" y="6448425"/>
                </a:lnTo>
                <a:lnTo>
                  <a:pt x="73903" y="6488112"/>
                </a:lnTo>
                <a:lnTo>
                  <a:pt x="92379" y="6523037"/>
                </a:lnTo>
                <a:lnTo>
                  <a:pt x="112534" y="6561137"/>
                </a:lnTo>
                <a:lnTo>
                  <a:pt x="132689" y="6597650"/>
                </a:lnTo>
                <a:lnTo>
                  <a:pt x="149485" y="6640512"/>
                </a:lnTo>
                <a:lnTo>
                  <a:pt x="166281" y="6683375"/>
                </a:lnTo>
                <a:lnTo>
                  <a:pt x="176358" y="6735762"/>
                </a:lnTo>
                <a:lnTo>
                  <a:pt x="184756" y="6791325"/>
                </a:lnTo>
                <a:lnTo>
                  <a:pt x="189795" y="6858000"/>
                </a:lnTo>
                <a:lnTo>
                  <a:pt x="334173" y="6858000"/>
                </a:lnTo>
                <a:lnTo>
                  <a:pt x="334174" y="6858000"/>
                </a:lnTo>
                <a:lnTo>
                  <a:pt x="3459219" y="6858000"/>
                </a:lnTo>
                <a:lnTo>
                  <a:pt x="4417162" y="6858000"/>
                </a:lnTo>
                <a:lnTo>
                  <a:pt x="4838076" y="6858000"/>
                </a:lnTo>
                <a:close/>
              </a:path>
            </a:pathLst>
          </a:custGeom>
          <a:solidFill>
            <a:schemeClr val="accent1">
              <a:lumMod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8D4AA5-B2A0-1E4B-A0B7-5AEDB2E2A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051" y="662400"/>
            <a:ext cx="3384000" cy="1492132"/>
          </a:xfrm>
        </p:spPr>
        <p:txBody>
          <a:bodyPr anchor="t">
            <a:normAutofit/>
          </a:bodyPr>
          <a:lstStyle/>
          <a:p>
            <a:r>
              <a:rPr lang="en-US" u="sng">
                <a:solidFill>
                  <a:schemeClr val="bg1"/>
                </a:solidFill>
              </a:rPr>
              <a:t>Findings and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CA13C-7D67-A04A-ABF4-38CEF6A874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051" y="2286000"/>
            <a:ext cx="3384000" cy="3844800"/>
          </a:xfrm>
        </p:spPr>
        <p:txBody>
          <a:bodyPr>
            <a:normAutofit/>
          </a:bodyPr>
          <a:lstStyle/>
          <a:p>
            <a:r>
              <a:rPr lang="en-US" sz="2000">
                <a:solidFill>
                  <a:schemeClr val="bg1">
                    <a:alpha val="60000"/>
                  </a:schemeClr>
                </a:solidFill>
              </a:rPr>
              <a:t>I combined both datasets into one two see a side by side comparison of the data/numbers</a:t>
            </a:r>
          </a:p>
          <a:p>
            <a:pPr marL="0" indent="0">
              <a:buNone/>
            </a:pPr>
            <a:r>
              <a:rPr lang="en-US" sz="2000">
                <a:solidFill>
                  <a:schemeClr val="bg1">
                    <a:alpha val="60000"/>
                  </a:schemeClr>
                </a:solidFill>
              </a:rPr>
              <a:t>Conclusion:</a:t>
            </a:r>
          </a:p>
          <a:p>
            <a:r>
              <a:rPr lang="en-US" sz="2000">
                <a:solidFill>
                  <a:schemeClr val="bg1">
                    <a:alpha val="60000"/>
                  </a:schemeClr>
                </a:solidFill>
              </a:rPr>
              <a:t>- More crime was committed in the summer /warmer months of 2020</a:t>
            </a:r>
          </a:p>
          <a:p>
            <a:r>
              <a:rPr lang="en-US" sz="2000">
                <a:solidFill>
                  <a:schemeClr val="bg1">
                    <a:alpha val="60000"/>
                  </a:schemeClr>
                </a:solidFill>
              </a:rPr>
              <a:t>Flushing Meadows Corona Park ranked #2</a:t>
            </a:r>
          </a:p>
          <a:p>
            <a:endParaRPr lang="en-US" sz="2000" baseline="30000">
              <a:solidFill>
                <a:schemeClr val="bg1">
                  <a:alpha val="60000"/>
                </a:schemeClr>
              </a:solidFill>
            </a:endParaRPr>
          </a:p>
          <a:p>
            <a:endParaRPr lang="en-US" sz="2000" baseline="30000">
              <a:solidFill>
                <a:schemeClr val="bg1">
                  <a:alpha val="60000"/>
                </a:schemeClr>
              </a:solidFill>
            </a:endParaRPr>
          </a:p>
          <a:p>
            <a:endParaRPr lang="en-US" sz="2000">
              <a:solidFill>
                <a:schemeClr val="bg1">
                  <a:alpha val="60000"/>
                </a:schemeClr>
              </a:solidFill>
            </a:endParaRPr>
          </a:p>
          <a:p>
            <a:endParaRPr lang="en-US" sz="2000">
              <a:solidFill>
                <a:schemeClr val="bg1">
                  <a:alpha val="60000"/>
                </a:schemeClr>
              </a:solidFill>
            </a:endParaRPr>
          </a:p>
          <a:p>
            <a:endParaRPr lang="en-US" sz="2000">
              <a:solidFill>
                <a:schemeClr val="bg1">
                  <a:alpha val="60000"/>
                </a:schemeClr>
              </a:solidFill>
            </a:endParaRPr>
          </a:p>
        </p:txBody>
      </p:sp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9D959E0E-2EF3-DF48-A6A6-FC6F93D2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1053" y="1948008"/>
            <a:ext cx="6014185" cy="2961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521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7">
            <a:extLst>
              <a:ext uri="{FF2B5EF4-FFF2-40B4-BE49-F238E27FC236}">
                <a16:creationId xmlns:a16="http://schemas.microsoft.com/office/drawing/2014/main" id="{91F32EBA-ED97-466E-8CFA-838258415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E60096-2414-784E-97FA-8D0B6372B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1327438"/>
            <a:ext cx="6247722" cy="1461778"/>
          </a:xfrm>
        </p:spPr>
        <p:txBody>
          <a:bodyPr anchor="t">
            <a:normAutofit/>
          </a:bodyPr>
          <a:lstStyle/>
          <a:p>
            <a:r>
              <a:rPr lang="en-US" u="sng"/>
              <a:t>References</a:t>
            </a:r>
            <a:endParaRPr lang="en-US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090ED-16AB-0E40-962A-1FB286B62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934" y="2946169"/>
            <a:ext cx="6247722" cy="3088871"/>
          </a:xfrm>
        </p:spPr>
        <p:txBody>
          <a:bodyPr>
            <a:normAutofit/>
          </a:bodyPr>
          <a:lstStyle/>
          <a:p>
            <a:r>
              <a:rPr lang="en-US" sz="2400"/>
              <a:t>Google.com</a:t>
            </a:r>
          </a:p>
          <a:p>
            <a:endParaRPr lang="en-US" sz="2400"/>
          </a:p>
          <a:p>
            <a:r>
              <a:rPr lang="en-US" sz="2400">
                <a:hlinkClick r:id="rId2"/>
              </a:rPr>
              <a:t>https://www1.nyc.gov/site/nypd/stats/crime-statistics/park-crime-stats.page</a:t>
            </a:r>
            <a:endParaRPr lang="en-US" sz="2400"/>
          </a:p>
          <a:p>
            <a:endParaRPr lang="en-US" sz="2400"/>
          </a:p>
          <a:p>
            <a:endParaRPr lang="en-US" sz="2400"/>
          </a:p>
        </p:txBody>
      </p:sp>
      <p:sp>
        <p:nvSpPr>
          <p:cNvPr id="15" name="Freeform: Shape 9">
            <a:extLst>
              <a:ext uri="{FF2B5EF4-FFF2-40B4-BE49-F238E27FC236}">
                <a16:creationId xmlns:a16="http://schemas.microsoft.com/office/drawing/2014/main" id="{0F06C9D3-00DF-4B71-AE88-29075022F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19545" y="1333265"/>
            <a:ext cx="2926988" cy="2594434"/>
          </a:xfrm>
          <a:custGeom>
            <a:avLst/>
            <a:gdLst>
              <a:gd name="connsiteX0" fmla="*/ 853538 w 2991693"/>
              <a:gd name="connsiteY0" fmla="*/ 0 h 2651787"/>
              <a:gd name="connsiteX1" fmla="*/ 2141030 w 2991693"/>
              <a:gd name="connsiteY1" fmla="*/ 0 h 2651787"/>
              <a:gd name="connsiteX2" fmla="*/ 2324957 w 2991693"/>
              <a:gd name="connsiteY2" fmla="*/ 103466 h 2651787"/>
              <a:gd name="connsiteX3" fmla="*/ 2968702 w 2991693"/>
              <a:gd name="connsiteY3" fmla="*/ 1218596 h 2651787"/>
              <a:gd name="connsiteX4" fmla="*/ 2968702 w 2991693"/>
              <a:gd name="connsiteY4" fmla="*/ 1433192 h 2651787"/>
              <a:gd name="connsiteX5" fmla="*/ 2324957 w 2991693"/>
              <a:gd name="connsiteY5" fmla="*/ 2548321 h 2651787"/>
              <a:gd name="connsiteX6" fmla="*/ 2141030 w 2991693"/>
              <a:gd name="connsiteY6" fmla="*/ 2651787 h 2651787"/>
              <a:gd name="connsiteX7" fmla="*/ 853538 w 2991693"/>
              <a:gd name="connsiteY7" fmla="*/ 2651787 h 2651787"/>
              <a:gd name="connsiteX8" fmla="*/ 669612 w 2991693"/>
              <a:gd name="connsiteY8" fmla="*/ 2548321 h 2651787"/>
              <a:gd name="connsiteX9" fmla="*/ 25866 w 2991693"/>
              <a:gd name="connsiteY9" fmla="*/ 1433192 h 2651787"/>
              <a:gd name="connsiteX10" fmla="*/ 25866 w 2991693"/>
              <a:gd name="connsiteY10" fmla="*/ 1218596 h 2651787"/>
              <a:gd name="connsiteX11" fmla="*/ 669612 w 2991693"/>
              <a:gd name="connsiteY11" fmla="*/ 103466 h 2651787"/>
              <a:gd name="connsiteX12" fmla="*/ 853538 w 2991693"/>
              <a:gd name="connsiteY12" fmla="*/ 0 h 2651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991693" h="2651787">
                <a:moveTo>
                  <a:pt x="853538" y="0"/>
                </a:moveTo>
                <a:cubicBezTo>
                  <a:pt x="2141030" y="0"/>
                  <a:pt x="2141030" y="0"/>
                  <a:pt x="2141030" y="0"/>
                </a:cubicBezTo>
                <a:cubicBezTo>
                  <a:pt x="2206170" y="0"/>
                  <a:pt x="2290471" y="45985"/>
                  <a:pt x="2324957" y="103466"/>
                </a:cubicBezTo>
                <a:cubicBezTo>
                  <a:pt x="2968702" y="1218596"/>
                  <a:pt x="2968702" y="1218596"/>
                  <a:pt x="2968702" y="1218596"/>
                </a:cubicBezTo>
                <a:cubicBezTo>
                  <a:pt x="2999357" y="1279909"/>
                  <a:pt x="2999357" y="1371878"/>
                  <a:pt x="2968702" y="1433192"/>
                </a:cubicBezTo>
                <a:cubicBezTo>
                  <a:pt x="2324957" y="2548321"/>
                  <a:pt x="2324957" y="2548321"/>
                  <a:pt x="2324957" y="2548321"/>
                </a:cubicBezTo>
                <a:cubicBezTo>
                  <a:pt x="2290471" y="2605803"/>
                  <a:pt x="2206170" y="2651787"/>
                  <a:pt x="2141030" y="2651787"/>
                </a:cubicBezTo>
                <a:lnTo>
                  <a:pt x="853538" y="2651787"/>
                </a:lnTo>
                <a:cubicBezTo>
                  <a:pt x="784566" y="2651787"/>
                  <a:pt x="700266" y="2605803"/>
                  <a:pt x="669612" y="2548321"/>
                </a:cubicBezTo>
                <a:cubicBezTo>
                  <a:pt x="25866" y="1433192"/>
                  <a:pt x="25866" y="1433192"/>
                  <a:pt x="25866" y="1433192"/>
                </a:cubicBezTo>
                <a:cubicBezTo>
                  <a:pt x="-8621" y="1371878"/>
                  <a:pt x="-8621" y="1279909"/>
                  <a:pt x="25866" y="1218596"/>
                </a:cubicBezTo>
                <a:cubicBezTo>
                  <a:pt x="669612" y="103466"/>
                  <a:pt x="669612" y="103466"/>
                  <a:pt x="669612" y="103466"/>
                </a:cubicBezTo>
                <a:cubicBezTo>
                  <a:pt x="700266" y="45985"/>
                  <a:pt x="784566" y="0"/>
                  <a:pt x="853538" y="0"/>
                </a:cubicBezTo>
                <a:close/>
              </a:path>
            </a:pathLst>
          </a:custGeom>
          <a:noFill/>
          <a:ln w="50800" cmpd="sng">
            <a:solidFill>
              <a:schemeClr val="tx1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4300F7B2-2FBB-4B65-B588-633176602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7575032" y="1327438"/>
            <a:ext cx="675351" cy="595380"/>
          </a:xfrm>
          <a:custGeom>
            <a:avLst/>
            <a:gdLst>
              <a:gd name="T0" fmla="*/ 225 w 785"/>
              <a:gd name="T1" fmla="*/ 692 h 692"/>
              <a:gd name="T2" fmla="*/ 177 w 785"/>
              <a:gd name="T3" fmla="*/ 665 h 692"/>
              <a:gd name="T4" fmla="*/ 9 w 785"/>
              <a:gd name="T5" fmla="*/ 374 h 692"/>
              <a:gd name="T6" fmla="*/ 9 w 785"/>
              <a:gd name="T7" fmla="*/ 318 h 692"/>
              <a:gd name="T8" fmla="*/ 177 w 785"/>
              <a:gd name="T9" fmla="*/ 27 h 692"/>
              <a:gd name="T10" fmla="*/ 225 w 785"/>
              <a:gd name="T11" fmla="*/ 0 h 692"/>
              <a:gd name="T12" fmla="*/ 561 w 785"/>
              <a:gd name="T13" fmla="*/ 0 h 692"/>
              <a:gd name="T14" fmla="*/ 609 w 785"/>
              <a:gd name="T15" fmla="*/ 27 h 692"/>
              <a:gd name="T16" fmla="*/ 777 w 785"/>
              <a:gd name="T17" fmla="*/ 318 h 692"/>
              <a:gd name="T18" fmla="*/ 777 w 785"/>
              <a:gd name="T19" fmla="*/ 374 h 692"/>
              <a:gd name="T20" fmla="*/ 609 w 785"/>
              <a:gd name="T21" fmla="*/ 665 h 692"/>
              <a:gd name="T22" fmla="*/ 561 w 785"/>
              <a:gd name="T23" fmla="*/ 692 h 692"/>
              <a:gd name="T24" fmla="*/ 225 w 785"/>
              <a:gd name="T25" fmla="*/ 692 h 6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85" h="692">
                <a:moveTo>
                  <a:pt x="225" y="692"/>
                </a:moveTo>
                <a:cubicBezTo>
                  <a:pt x="207" y="692"/>
                  <a:pt x="185" y="680"/>
                  <a:pt x="177" y="665"/>
                </a:cubicBezTo>
                <a:cubicBezTo>
                  <a:pt x="9" y="374"/>
                  <a:pt x="9" y="374"/>
                  <a:pt x="9" y="374"/>
                </a:cubicBezTo>
                <a:cubicBezTo>
                  <a:pt x="0" y="358"/>
                  <a:pt x="0" y="334"/>
                  <a:pt x="9" y="318"/>
                </a:cubicBezTo>
                <a:cubicBezTo>
                  <a:pt x="177" y="27"/>
                  <a:pt x="177" y="27"/>
                  <a:pt x="177" y="27"/>
                </a:cubicBezTo>
                <a:cubicBezTo>
                  <a:pt x="185" y="12"/>
                  <a:pt x="207" y="0"/>
                  <a:pt x="225" y="0"/>
                </a:cubicBezTo>
                <a:cubicBezTo>
                  <a:pt x="561" y="0"/>
                  <a:pt x="561" y="0"/>
                  <a:pt x="561" y="0"/>
                </a:cubicBezTo>
                <a:cubicBezTo>
                  <a:pt x="578" y="0"/>
                  <a:pt x="600" y="12"/>
                  <a:pt x="609" y="27"/>
                </a:cubicBezTo>
                <a:cubicBezTo>
                  <a:pt x="777" y="318"/>
                  <a:pt x="777" y="318"/>
                  <a:pt x="777" y="318"/>
                </a:cubicBezTo>
                <a:cubicBezTo>
                  <a:pt x="785" y="334"/>
                  <a:pt x="785" y="358"/>
                  <a:pt x="777" y="374"/>
                </a:cubicBezTo>
                <a:cubicBezTo>
                  <a:pt x="609" y="665"/>
                  <a:pt x="609" y="665"/>
                  <a:pt x="609" y="665"/>
                </a:cubicBezTo>
                <a:cubicBezTo>
                  <a:pt x="600" y="680"/>
                  <a:pt x="578" y="692"/>
                  <a:pt x="561" y="692"/>
                </a:cubicBezTo>
                <a:lnTo>
                  <a:pt x="225" y="692"/>
                </a:lnTo>
                <a:close/>
              </a:path>
            </a:pathLst>
          </a:custGeom>
          <a:noFill/>
          <a:ln w="28575" cmpd="sng">
            <a:solidFill>
              <a:schemeClr val="tx1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EFA5A327-531A-495C-BCA7-27F04811AF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152922" y="1075612"/>
            <a:ext cx="550492" cy="485306"/>
          </a:xfrm>
          <a:custGeom>
            <a:avLst/>
            <a:gdLst>
              <a:gd name="T0" fmla="*/ 225 w 785"/>
              <a:gd name="T1" fmla="*/ 692 h 692"/>
              <a:gd name="T2" fmla="*/ 177 w 785"/>
              <a:gd name="T3" fmla="*/ 665 h 692"/>
              <a:gd name="T4" fmla="*/ 9 w 785"/>
              <a:gd name="T5" fmla="*/ 374 h 692"/>
              <a:gd name="T6" fmla="*/ 9 w 785"/>
              <a:gd name="T7" fmla="*/ 318 h 692"/>
              <a:gd name="T8" fmla="*/ 177 w 785"/>
              <a:gd name="T9" fmla="*/ 27 h 692"/>
              <a:gd name="T10" fmla="*/ 225 w 785"/>
              <a:gd name="T11" fmla="*/ 0 h 692"/>
              <a:gd name="T12" fmla="*/ 561 w 785"/>
              <a:gd name="T13" fmla="*/ 0 h 692"/>
              <a:gd name="T14" fmla="*/ 609 w 785"/>
              <a:gd name="T15" fmla="*/ 27 h 692"/>
              <a:gd name="T16" fmla="*/ 777 w 785"/>
              <a:gd name="T17" fmla="*/ 318 h 692"/>
              <a:gd name="T18" fmla="*/ 777 w 785"/>
              <a:gd name="T19" fmla="*/ 374 h 692"/>
              <a:gd name="T20" fmla="*/ 609 w 785"/>
              <a:gd name="T21" fmla="*/ 665 h 692"/>
              <a:gd name="T22" fmla="*/ 561 w 785"/>
              <a:gd name="T23" fmla="*/ 692 h 692"/>
              <a:gd name="T24" fmla="*/ 225 w 785"/>
              <a:gd name="T25" fmla="*/ 692 h 6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785" h="692">
                <a:moveTo>
                  <a:pt x="225" y="692"/>
                </a:moveTo>
                <a:cubicBezTo>
                  <a:pt x="207" y="692"/>
                  <a:pt x="185" y="680"/>
                  <a:pt x="177" y="665"/>
                </a:cubicBezTo>
                <a:cubicBezTo>
                  <a:pt x="9" y="374"/>
                  <a:pt x="9" y="374"/>
                  <a:pt x="9" y="374"/>
                </a:cubicBezTo>
                <a:cubicBezTo>
                  <a:pt x="0" y="358"/>
                  <a:pt x="0" y="334"/>
                  <a:pt x="9" y="318"/>
                </a:cubicBezTo>
                <a:cubicBezTo>
                  <a:pt x="177" y="27"/>
                  <a:pt x="177" y="27"/>
                  <a:pt x="177" y="27"/>
                </a:cubicBezTo>
                <a:cubicBezTo>
                  <a:pt x="185" y="12"/>
                  <a:pt x="207" y="0"/>
                  <a:pt x="225" y="0"/>
                </a:cubicBezTo>
                <a:cubicBezTo>
                  <a:pt x="561" y="0"/>
                  <a:pt x="561" y="0"/>
                  <a:pt x="561" y="0"/>
                </a:cubicBezTo>
                <a:cubicBezTo>
                  <a:pt x="578" y="0"/>
                  <a:pt x="600" y="12"/>
                  <a:pt x="609" y="27"/>
                </a:cubicBezTo>
                <a:cubicBezTo>
                  <a:pt x="777" y="318"/>
                  <a:pt x="777" y="318"/>
                  <a:pt x="777" y="318"/>
                </a:cubicBezTo>
                <a:cubicBezTo>
                  <a:pt x="785" y="334"/>
                  <a:pt x="785" y="358"/>
                  <a:pt x="777" y="374"/>
                </a:cubicBezTo>
                <a:cubicBezTo>
                  <a:pt x="609" y="665"/>
                  <a:pt x="609" y="665"/>
                  <a:pt x="609" y="665"/>
                </a:cubicBezTo>
                <a:cubicBezTo>
                  <a:pt x="600" y="680"/>
                  <a:pt x="578" y="692"/>
                  <a:pt x="561" y="692"/>
                </a:cubicBezTo>
                <a:lnTo>
                  <a:pt x="225" y="692"/>
                </a:lnTo>
                <a:close/>
              </a:path>
            </a:pathLst>
          </a:custGeom>
          <a:noFill/>
          <a:ln w="28575" cmpd="sng">
            <a:solidFill>
              <a:schemeClr val="tx1"/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374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7074</TotalTime>
  <Words>473</Words>
  <Application>Microsoft Macintosh PowerPoint</Application>
  <PresentationFormat>Widescreen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Is there a difference in park crime activity between two different quarter seasons (Q1 vs Q3) for the year 2020?   Also, which parks had the highest number of crimes for each quarter? </vt:lpstr>
      <vt:lpstr>Goal of project</vt:lpstr>
      <vt:lpstr>Data Sources</vt:lpstr>
      <vt:lpstr>Methodologies</vt:lpstr>
      <vt:lpstr>Methodologies</vt:lpstr>
      <vt:lpstr>Methodologies</vt:lpstr>
      <vt:lpstr>Findings and Conclusions</vt:lpstr>
      <vt:lpstr>Findings/Visualizations</vt:lpstr>
      <vt:lpstr>Findings and Conclusions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 there a difference in crime activity between two different quarter seasons for the year 2020?   Also, which parks had the highest number of crimes for each quarter? </dc:title>
  <dc:creator>Alexis Carino</dc:creator>
  <cp:lastModifiedBy>Alexis Carino</cp:lastModifiedBy>
  <cp:revision>4</cp:revision>
  <dcterms:created xsi:type="dcterms:W3CDTF">2022-01-24T03:41:45Z</dcterms:created>
  <dcterms:modified xsi:type="dcterms:W3CDTF">2022-01-29T01:35:48Z</dcterms:modified>
</cp:coreProperties>
</file>